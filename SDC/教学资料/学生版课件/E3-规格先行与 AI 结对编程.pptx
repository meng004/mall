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6 次课｜规格先行与 AI 结对编程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3—5 人按评价标准实名演示，全班按同一细则投票。实验 E2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真实设计问题或变化场景及源码调用关系15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相关4+1视图说明职责、依赖与运行边界15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用SOLID、整洁代码或信息隐藏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解释具体风险或变更成本15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比较两种最小方案的可测试性、可替换性与代价15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对一个关键接缝完成局部改动或可运行对照20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同一输入下的行为保持或问题改善，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以及依赖、修改点或测试成本的对比20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测试全部通过，就可以判定 AI 生成的代码可以放行。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请判断正误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4456176"/>
            <a:ext cx="7516367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请看完演示再投票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选一项。教师示例是 E3-00，其余在候选页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规格、失败测试、协作实现、审查、覆盖率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环境报错不算红灯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覆盖率不替代缺陷断言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无分支方法记“不适用”，不伪造100%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E3-00：第 183 行写入使用值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183 行写入本次使用的积分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meng004/mall#10。入口 POST /generateOrder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35915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 (​orderParam.​getUseIntegration(​) ​== ​null)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order.​setIntegration(​0);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order.​setIntegrationAmount(​new BigDecimal(​0));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 else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order.​setIntegration(​orderParam.​getUseIntegration(​));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order.​setIntegrationAmount(​calcIntegrationAmount(​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orderItemList));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2120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mall-portal/​src/​main/​java/​com/​macro/​mall/​portal/​service/​impl/​OmsPortalOrderServiceImpl.java:​179-185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第 212 行被赠送值覆盖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212 行用赠送积分再写同一字段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214 行成长值写的是另一个字段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0848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​//0-&gt;未确认；1-&gt;已确认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order.​setConfirmStatus(​0);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order.​setDeleteStatus(​0);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​//计算赠送积分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order.​setIntegration(​calcGifIntegration(​orderItemList));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​//计算赠送成长值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order.​setGrowth(​calcGiftGrowth(​orderItemList));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93776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mall-portal/​src/​main/​java/​com/​macro/​mall/​portal/​service/​impl/​OmsPortalOrderServiceImpl.java:​208-214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使用值改记在插入之前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基线第 236 行才写，已经过了 insert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改后新增的是第 182 行这一处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0848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 (​orderParam.​getUseIntegration(​) ​== ​null)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order.​setIntegrationAmount(​new BigDecimal(​0));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 else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order.​setUseIntegration(​orderParam.​getUseIntegration(​));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order.​setIntegrationAmount(​calcIntegrationAmount(​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orderItemList));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93776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出处：meng004/​mall@​a17829a931a0f345555ac049d98f509faa7ce1fc:​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mall-portal/​src/​main/​java/​com/​macro/​mall/​portal/​service/​impl/​OmsPortalOrderServiceImpl.java:​179-184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对照结论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#10。改前 fail，改后 pass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红灯是业务断言，跳过是 0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834640"/>
          <a:ext cx="813816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记录</a:t>
                      </a:r>
                    </a:p>
                  </a:txBody>
                  <a:tcPr anchor="ctr"/>
                </a:tc>
              </a:tr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改前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fail，预期 fail。4 个测试，失败 2</a:t>
                      </a:r>
                    </a:p>
                  </a:txBody>
                  <a:tcPr anchor="ctr"/>
                </a:tc>
              </a:tr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改后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pass，预期 pass。失败 0，错误 0</a:t>
                      </a:r>
                    </a:p>
                  </a:txBody>
                  <a:tcPr anchor="ctr"/>
                </a:tc>
              </a:tr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符合。EXPECT_BASE=fail</a:t>
                      </a:r>
                    </a:p>
                  </a:txBody>
                  <a:tcPr anchor="ctr"/>
                </a:tc>
              </a:tr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断言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期望 0 或 30，实际是 null</a:t>
                      </a:r>
                    </a:p>
                  </a:txBody>
                  <a:tcPr anchor="ctr"/>
                </a:tc>
              </a:tr>
              <a:tr h="50901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提交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测试 604b116a 先于修复 a17829a9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候选靶点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六项里选一项。没有 E3-05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题目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E3-01 #2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优惠券门槛按数值比较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E3-02 #11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购物车合并的修改时间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E3-03 #3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批量删除属性按各自分类扣减计数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E3-04 #4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修改属性时同步迁移分类计数并保证原子性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E3-06 #12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商品属性分类 ID 的参数校验</a:t>
                      </a:r>
                    </a:p>
                  </a:txBody>
                  <a:tcPr anchor="ctr"/>
                </a:tc>
              </a:tr>
              <a:tr h="51729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E3-07 #13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无效地址更新清空已有默认地址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步骤① 用户故事、需求验收准则、不可变约束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用户故事：使用积分与赠送积分分别留下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7790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功能：30 与 12 分开；0 记 0；null 仍是 null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无地址、缺库存、券不可用时不插入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不改生成模型、表结构、服务签名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扣减积分与延迟取消保持；不含 warnSku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步骤② 先写失败测试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失败栈在第 81 行，断言在第 72 行。期望是使用积分，实际读到空值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277977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when(​orders.​insert(​any(​))).​thenAnswer(​call ​-&gt; ​{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OmsOrder inserted ​= ​call.​getArgument(​0);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assertEquals(​use,​ inserted.​getUseIntegration(​),​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"consumed points at insert boundary");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assertEquals(​12,​ inserted.​getIntegration(​),​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"gift points at insert boundary");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inserted.​setId(​9L);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return 1;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});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065776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出处：meng004/​mall@​a17829a931a0f345555ac049d98f509faa7ce1fc:​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mall-portal/​src/​test/​java/​com/​macro/​mall/​sdc/​e3/​SDCE300Test.java:​70-76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步骤③ 交出准则再交给 AI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生成之前交出准则和不可变约束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让它列出改了哪些文件和行号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让它写出依据，以及要跑哪些测试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没有准则的产出，后面无法验收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步骤④ 人工审查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逐处记下采纳、部分采纳或驳回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采纳：插入前写入 useIntegration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采纳：删掉被覆盖的 setIntegration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不改第 143 行的 0，不改表，不带 warnSku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审查后运行全部测试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步骤⑤ 行、分支覆盖率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行 95/104，91.3%；分支 31/38，81.6%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未覆盖：用券、积分不可用、订单设置为空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在 WSL/bash 执行；行尾 \ 把命令续成一条</a:t>
            </a:r>
          </a:p>
        </p:txBody>
      </p:sp>
      <p:sp>
        <p:nvSpPr>
          <p:cNvPr id="4" name="code-cmd"/>
          <p:cNvSpPr txBox="1"/>
          <p:nvPr/>
        </p:nvSpPr>
        <p:spPr>
          <a:xfrm>
            <a:off x="502920" y="37124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mvn -B -pl mall-portal -am -DskipTests=false -Dtest=SDCE300Test \</a:t>
            </a:r>
          </a:p>
        </p:txBody>
      </p:sp>
      <p:sp>
        <p:nvSpPr>
          <p:cNvPr id="5" name="code-cmd"/>
          <p:cNvSpPr txBox="1"/>
          <p:nvPr/>
        </p:nvSpPr>
        <p:spPr>
          <a:xfrm>
            <a:off x="502920" y="41696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-Dsurefire.failIfNoSpecifiedTests=false \</a:t>
            </a:r>
          </a:p>
        </p:txBody>
      </p:sp>
      <p:sp>
        <p:nvSpPr>
          <p:cNvPr id="6" name="code-cmd"/>
          <p:cNvSpPr txBox="1"/>
          <p:nvPr/>
        </p:nvSpPr>
        <p:spPr>
          <a:xfrm>
            <a:off x="502920" y="46268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org.jacoco:jacoco-maven-plugin:0.8.13:prepare-agent test \</a:t>
            </a:r>
          </a:p>
        </p:txBody>
      </p:sp>
      <p:sp>
        <p:nvSpPr>
          <p:cNvPr id="7" name="code-cmd"/>
          <p:cNvSpPr txBox="1"/>
          <p:nvPr/>
        </p:nvSpPr>
        <p:spPr>
          <a:xfrm>
            <a:off x="502920" y="50840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org.jacoco:jacoco-maven-plugin:0.8.13:report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步骤⑥ 证据包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AI 使用披露：范围、工具，提交说明写 AI-Assisted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对话摘要：关键提示，以及一次失败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diff 审查记录：逐处采纳、部分采纳或驳回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167835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对照与覆盖率：compare.txt、coverage.txt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无原始对话时，如实写明迁移重建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改前的红灯来自连不上库，不是业务断言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测试写在修改之后，改前已经是绿的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只报覆盖率，不解释没走到的分支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无关的重命名或格式化也留在 diff 里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AI顺手把不相干的代码也改了，这种情况怎么处理？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拆出无关的部分，或者驳回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判据是有没有超出这次的任务范围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能编译、测试仍绿，都不是留下的理由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抽 1 人讲被改掉的一处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抽 1 人讲一处自己改过的 AI 代码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要说出文件和行号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依据是准则、约束或编码原则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示例改的是插入前的 useIntegration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输入、期望、缺陷复现与实际修改位置15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调用与持久化数据流和不可变约束15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规格对应的业务不变量或编码原则15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AI建议的采纳／驳回、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人工核对与最小修复取舍15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同组规格测试改前失败、改后通过20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边界及相邻行为回归10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目标方法行、分支覆盖率均不低于80%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并解释未覆盖内容10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一页说明（按五问组织）＋不超过2分钟本人录屏，课后48小时内上传，再于48小时内完成3份互评。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录屏由本人讲解，并展示本实验相应的证据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说明里写本人的选择、执行和证据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替代题检查自己改的方法，不沿用教师示例的报告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