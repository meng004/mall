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11 次课｜软件设计、重构与系统演化（二）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承接上一讲的重构，以及实验 E5 的影响分析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先用特征测试固定现有行为，再从接缝改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分清注解写在何处，运行时是否生效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按业务价值与系统质量选择演化策略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引出实验 E6：规格失败之后再改行为</a:t>
            </a:r>
          </a:p>
        </p:txBody>
      </p:sp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没有测试保护就不能改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特征测试固定现有行为，包括不合理的行为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重构前后，这些断言保持不变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新行为另写规格测试，不能靠改掉旧断言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没有这层保护，就分不清改坏还是本来如此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促销计算的三步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代码统一引用分支头 abe34e5b；红灯证据来自中间提交 4a7f3d90（16 项中 6 项业务断言失败、10 项通过）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第一步：SDCE600Test 固定现有行为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313175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587496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第二步：抽出 PromotionApplier 作为接缝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446836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742688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第三步：promotionType=2 先失败再实现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特征测试锁住的输入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特征测试固定现有行为，包括不合理的行为，不要顺手改掉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这里把单价设成 95.00；单品促销的期望却是 100.00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53619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cart.​setProductId(​2L);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cart.​setProductSkuId(​skuId);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cart.​setPrice(​new BigDecimal(​"95.​00"));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cart.​setQuantity(​quantity);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cart;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38912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mall-portal/​src/​test/​java/​com/​macro/​mall/​sdc/​e6/​SDCE600Test.java:​62-66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接缝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不改被测代码，就能替换行为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使能点是你做选择的那个位置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策略接口把类型分支变成可替换的对象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测试用替身或新策略接上，被测循环不用改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接缝留在登记处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38770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List&lt;PromotionApplier&gt; ​appliers(​)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Arrays.​asList(​new SingleApplier(​),​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new MemberPriceApplier(​),​ new LadderApplier(​),​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new FullApplier(​),​ new NoneApplier(​));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}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interface PromotionApplier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boolean supports(​Integer promotionType);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void apply(​List&lt;CartPromotionItem&gt; ​out,​ List&lt;OmsCartItem&gt; 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itemList,​</a:t>
            </a:r>
          </a:p>
          <a:p>
            <a:pPr algn="l" eaLnBrk="1" hangingPunct="1" marL="2570480" indent="-25704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   PromotionProduct promotionProduct,​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List&lt;PromotionProduct&gt; ​promotionProductList);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537667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mall-portal/​src/​main/​java/​com/​macro/​mall/​portal/​service/​impl/​OmsPromotionServiceImpl.java:​65-73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会员价规格：先失败，再实现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购物车会员价是 promotionType=2，规格测试先失败再实现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期望是单价 100.00、文案会员价；6 项失败见中间提交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95681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fx.​member(​MEMBER_ID,​ LEVEL_ID);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fx.​prices(​price(​PRODUCT_ID,​ LEVEL_ID,​ "70.​00"));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fx.​product(​PRODUCT_ID,​ 2);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List&lt;CartPromotionItem&gt; ​result ​= ​fx.​calc(​line(​PRODUCT_ID,​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SKU_A,​ MEMBER_ID,​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assertItems(​result,​ "100.​00|30.​00|会员价|7");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80974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mall-portal/​src/​test/​java/​com/​macro/​mall/​sdc/​e6/​SDCE600MemberPriceTest.java:​52-56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哪些变红是预期的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E5-00 的 SDCE500Test 第 63、64 行两条断言按设计变红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不读 SKU 两条是预期的红；返回值不变，保持绿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E6-07 做库存预警；下面这段锁的是返回值，引用 E5-00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assertEquals(​3,​ service.​paySuccess(​9L,​ 1));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verify(​dao).​updateSkuStock(​detail.​getOrderItemList(​));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3308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出处：meng004/​mall@​dbfcb94466e58990c4c8ed7a014a5bb302ed63e0:​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mall-portal/​src/​test/​java/​com/​macro/​mall/​sdc/​e5/​SDCE500Test.java:​59-60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一个测试在实现改动后就失败，它固定的是行为还是实现？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调用有没有进代理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外部调用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同类自调用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先进入代理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this 直接进方法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代理才读取事务属性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不经过代理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读不到实现上的注解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内层注解不会因此再生效</a:t>
            </a:r>
          </a:p>
        </p:txBody>
      </p:sp>
      <p:sp>
        <p:nvSpPr>
          <p:cNvPr id="11" name="fig"/>
          <p:cNvSpPr/>
          <p:nvPr/>
        </p:nvSpPr>
        <p:spPr>
          <a:xfrm>
            <a:off x="36576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再回退到接口方法</a:t>
            </a:r>
          </a:p>
        </p:txBody>
      </p:sp>
      <p:sp>
        <p:nvSpPr>
          <p:cNvPr id="12" name="fig"/>
          <p:cNvSpPr/>
          <p:nvPr/>
        </p:nvSpPr>
        <p:spPr>
          <a:xfrm>
            <a:off x="466344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要看外层是否已经在事务里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两处事务注解都在接口上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实现类这两处方法自己没有事务注解，运行时回退读接口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126187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 ​支付成功后的回调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Integer paySuccess(​Long orderId,​ Integer payType);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54787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出处：mall-portal/​src/​main/​java/​com/​macro/​mall/​portal/​service/​OmsPortalOrderService.java:​30-33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822191"/>
            <a:ext cx="8138160" cy="126187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 ​根据orderSn来实现的支付成功逻辑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void paySuccessByOrderSn(​String orderSn,​ Integer payType);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1023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出处：mall-portal/​src/​main/​java/​com/​macro/​mall/​portal/​service/​OmsPortalOrderService.java:​73-76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按订单号支付时调用 this.paySuccess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426 行是同类里的 this 调用，不经过代理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外层方法本身由外部进入，接口上有事务注解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先看代码，内外层各自是否再生效留到讨论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126187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public void paySuccessByOrderSn(​String orderSn,​ Integer payType)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 order ​= ​getOrderByOrderSn(​orderSn);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if(​order!=null){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this.​paySuccess(​order.​getId(​),​payType);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出处：mall-portal/​src/​main/​java/​com/​macro/​mall/​portal/​service/​impl/​OmsPortalOrderServiceImpl.java:​423-426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内层注解与外层事务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内层 this.paySuccess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外层方法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不经代理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paySuccessByOrderSn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自身注解不单独生效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由代理进入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不会因此再开一层事务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接口上有事务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写库仍在外层事务中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this.paySuccess自调用时，内层和外层的事务注解是否生效？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遗留系统不只是旧代码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系统仍在使用，但采用了已经过时或不再使用的技术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业务过程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应用软件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支撑软件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硬件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先按两个轴评价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四格只写评价结果，策略在下一页另选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高业务价值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低系统质量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432304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高业务价值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高系统质量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187952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低业务价值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低系统质量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187952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低业务价值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高系统质量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四种演化策略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2024 课件还把完全放弃单列出来，和替换相邻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维护：继续常规修改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02437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298698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重构：行为保持，提高局部质量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389077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165091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再工程：理解之后重建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75716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5031486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替换：换成新系统的全部或一部分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Chikofsky 怎么分类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逆向工程：提高抽象，不改系统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设计恢复：再补上领域知识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重构：同一层次，保持外部行为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正向工程：从抽象做到实现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再工程：先逆向理解，再正向实现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正向工程与再工程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正向工程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再工程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从系统规格说明出发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从现有软件系统出发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再做设计和实现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先理解，再转换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得到一套新系统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得到再工程后的系统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再工程的过程步骤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逆向工程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设计恢复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重构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正向工程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差额为负就不要做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收益等于 Creeng 减 Cmaint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结果为负，才不做再工程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两项都已扣掉维护和运作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多套系统时，用这个差额排序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逆向工程抽出哪一层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实现级：语法树和符号表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结构级：调用图和依赖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功能级：程序段在做什么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领域级：对应到业务概念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体系结构先恢复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静态元素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动态元素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调用与依赖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进程之间的通信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继承和包导入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运行时的调用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编译时构件依赖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对输入和事件的响应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恢复之后才改善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改善以恢复出的结构为底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以新出现的需求为依据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可以接上系统外的可复用模块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然后才落到代码重构和数据重构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两条演化规律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持续变化：系统还在用，就要继续改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复杂度增长：不专门治理就会变难改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两条都出自 Lehman 1980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重构是在为第二条付钱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同一业务域的两种形态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同一业务域的两种实现形态，不是同一版本迁移前后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mall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mall-swarm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三个独立应用组成、无注册中心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网关和认证分开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认证在 mall-security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注册与配置用 Nacos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无独立网关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服务按边界拆开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拆开不等于债变少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Lenarduzzi 等，2020；单案例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一家企业，约四年，约 28 万行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拆出微服务时，技术债先升高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稳定之后，增长变慢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这是单一案例，不能外推成普遍更省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这个系统该不该拆成微服务？要回答这个问题，你需要哪些证据？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特征测试锁行为，接缝用来替换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内层注解不单独生效，外层事务仍在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策略由业务价值与系统质量一起决定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AI 方案先查约束和无关修改，再看测试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 E6 开始前完成五题，题干和选项须与课前作业一致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非功能需求通常包括哪几类内容？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功能清单与验收步骤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数据库表结构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性能、安全、可用性、可维护性等质量要求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界面布局说明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提交说明只需写清改了什么，不必写为什么改。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接口改进时，“保持向后兼容”意味着什么？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可以删除旧字段，只要新版本能跑通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接口名称必须保持不变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版本号必须递增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现有调用方无需修改仍可正常调用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 E6 开始前做完两题，题干和选项须与课前作业一致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命名规范中，类名与方法名分别应当是什么词性？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类名为名词，方法名为动词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类名为动词，方法名为名词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两者都应为名词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两者都可以是任意词性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两套编码规范对同一处代码规定不同时，应按团队统一约定执行，并在提交说明中写明取舍理由。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本讲重点阅读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《软件设计与体系结构》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[2][3]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Martin《敏捷软件开发》；Gamma《设计模式》第1章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Fowler《重构》第 2 版第 3 章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[5]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Kerievsky《重构与模式》第 3 章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Feathers《修改代码的艺术》第 4、13 章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[22][23]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Parnas 1972；Lehman 1980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[24]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Chikofsky 等 1990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Bennett 等 2000</a:t>
                      </a:r>
                    </a:p>
                  </a:txBody>
                  <a:tcPr anchor="ctr"/>
                </a:tc>
              </a:tr>
              <a:tr h="4297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[28]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Lenarduzzi 等 2020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