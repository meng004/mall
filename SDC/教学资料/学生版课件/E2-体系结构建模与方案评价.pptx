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4 次课｜体系结构建模与方案评价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E1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七个模块与生成边界10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所选链从入口到服务、存储／消息的调用和数据流20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（附 文件:行号）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依赖、进程与库、数据归属中的两项实际判断20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区分设计疑点与理解不足10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本人完成构建与一次只读查询20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对所选链的一项推断用受控测试、断点或可重复运行核实，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记录预期、观察与修正20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下列哪一项不属于“分层被违背”的常见形态？请看完演示再投票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（A）控制器通过服务层访问数据；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（B）业务逻辑泄漏到控制器；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（C）数据访问层反向调用控制器；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（D）跨层直接调用数据访问接口。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请投票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先看过演示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从候选靶点选一项。教师示例 E2-00，扩展题 E2-01。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654046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学生要在分层和调用链中指出具体问题或变化成本并给出证据。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735324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本次实验要完成局部改动或可运行对照，并比较两种最小方案。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本次明确不要求完整迁移架构。安全、事务、对外接口仍保留。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E2-00：改前单笔补偿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/cancelUserOrder 与 CancelOrderReceiver。Issue #42</a:t>
            </a:r>
          </a:p>
        </p:txBody>
      </p:sp>
      <p:pic>
        <p:nvPicPr>
          <p:cNvPr id="4" name="pic#archify#crop#6cf9e39ee30d314c7262bc18e2b320da6f7dc505#SDC/E2/outputs/E2-00/diagrams/logical-before.html#e2-00-single-compensate.png" descr="e2-00-single-compens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60" y="2267712"/>
            <a:ext cx="4490078" cy="3310127"/>
          </a:xfrm>
          <a:prstGeom prst="rect">
            <a:avLst/>
          </a:prstGeom>
        </p:spPr>
      </p:pic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图片来源：archify 派生图，局部，meng004/​mall，logical-before.html，6cf9e39e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改前局部：批量补偿</a:t>
            </a:r>
          </a:p>
        </p:txBody>
      </p:sp>
      <p:pic>
        <p:nvPicPr>
          <p:cNvPr id="3" name="pic#archify#crop#6cf9e39ee30d314c7262bc18e2b320da6f7dc505#SDC/E2/outputs/E2-00/diagrams/logical-before.html#e2-00-batch-compensate.png" descr="e2-00-batch-compens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152" y="1298448"/>
            <a:ext cx="4795694" cy="3566159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/cancelTimeOutOrder。OrderTimeOutCancelTask 未注册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派生图，局部，meng004/​mall，logical-before.html，6cf9e39e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改前进程局部：延迟消息</a:t>
            </a:r>
          </a:p>
        </p:txBody>
      </p:sp>
      <p:pic>
        <p:nvPicPr>
          <p:cNvPr id="3" name="pic#archify#crop#6cf9e39ee30d314c7262bc18e2b320da6f7dc505#SDC/E2/outputs/E2-00/diagrams/process-before.html#e2-00-process-before-a.png" descr="e2-00-process-befor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57" y="1298448"/>
            <a:ext cx="7397885" cy="3566160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/cancelOrder 只发延迟消息。改后这一跳仍只发消息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派生图，局部，meng004/​mall，process-before.html，6cf9e39e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改前进程局部：到期与批量</a:t>
            </a:r>
          </a:p>
        </p:txBody>
      </p:sp>
      <p:pic>
        <p:nvPicPr>
          <p:cNvPr id="3" name="pic#archify#crop#6cf9e39ee30d314c7262bc18e2b320da6f7dc505#SDC/E2/outputs/E2-00/diagrams/process-before.html#e2-00-process-before-b.png" descr="e2-00-process-before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98448"/>
            <a:ext cx="8631936" cy="3737235"/>
          </a:xfrm>
          <a:prstGeom prst="rect">
            <a:avLst/>
          </a:prstGeom>
        </p:spPr>
      </p:pic>
      <p:sp>
        <p:nvSpPr>
          <p:cNvPr id="4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派生图，局部，meng004/​mall，process-before.html，6cf9e39e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改后进程局部：收到一处</a:t>
            </a:r>
          </a:p>
        </p:txBody>
      </p:sp>
      <p:pic>
        <p:nvPicPr>
          <p:cNvPr id="3" name="pic#archify#crop#6cf9e39ee30d314c7262bc18e2b320da6f7dc505#SDC/E2/outputs/E2-00/diagrams/process-after.html#e2-00-process-after-b.png" descr="e2-00-process-after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97" y="1298448"/>
            <a:ext cx="7412804" cy="3566159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两份补偿收到一处。写入点 2 处 → 1 处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派生图，局部，meng004/​mall，process-after.html，6cf9e39e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改后：命中一行才做补偿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153619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int updated ​= ​orderMapper.​updateByExampleSelective(​record,​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example);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(​updated ​!= ​1)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false;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303580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出处：meng004/​mall@​47f4f735b26f75deb6e149e069cfe720869f46c6:​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mall-portal/​src/​main/​java/​com/​macro/​mall/​portal/​service/​impl/​OrderCancellation.java:​85-88</a:t>
            </a:r>
          </a:p>
        </p:txBody>
      </p:sp>
      <p:pic>
        <p:nvPicPr>
          <p:cNvPr id="5" name="pic#archify#crop#6cf9e39ee30d314c7262bc18e2b320da6f7dc505#SDC/E2/outputs/E2-00/diagrams/logical-after.html#e2-00-order-cancellation.png" descr="e2-00-order-canc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08" y="3511296"/>
            <a:ext cx="4609982" cy="2066543"/>
          </a:xfrm>
          <a:prstGeom prst="rect">
            <a:avLst/>
          </a:prstGeom>
        </p:spPr>
      </p:pic>
      <p:sp>
        <p:nvSpPr>
          <p:cNvPr id="6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图片来源：archify 派生图，局部，meng004/​mall，logical-after.html，6cf9e39e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对照结论与写入点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pass，预期 pass。4 个测试，失败 0，跳过 0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改后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pass，预期 pass。8 个测试，失败 0，跳过 0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符合。EXPECT_BASE=pass。行为保持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写入点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基线 2 处，改后 1 处，在 cancelIf</a:t>
                      </a:r>
                    </a:p>
                  </a:txBody>
                  <a:tcPr anchor="ctr"/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变异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删掉积分返还后，8 个里 4 个失败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候选靶点：扩展题 E2-01（Issue #43）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portal 与 admin 共用 mall-order-rule。改前 fail、改后 pass，这是行为修正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支付、发货、确认收货和后台关闭，各自只允许一组出发状态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static List&lt;Integer&gt; ​from(​int target)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switch (​target)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case PAID ​-&gt; ​List.​of(​UNPAID);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case SHIPPED ​-&gt; ​List.​of(​PAID);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case COMPLETE ​-&gt; ​List.​of(​SHIPPED);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case CLOSED ​-&gt; ​List.​of(​UNPAID);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default ​-&gt; ​List.​of(​);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出处：meng004/​mall@​c1cb8ca81a7de1344a05bab90a50673e955cc1e1:​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mall-order-rule/​src/​main/​java/​com/​macro/​mall/​order/​OrderStatus.java:​19-26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公共视图局部：下单链</a:t>
            </a:r>
          </a:p>
        </p:txBody>
      </p:sp>
      <p:pic>
        <p:nvPicPr>
          <p:cNvPr id="3" name="pic#archify#crop#c247ba6a8721f64bdfa1f0d4c7bb0b219ff6a60c#SDC/E2/diagrams/mall-logical.html#mall-logical-order.png" descr="mall-logical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80" y="1298448"/>
            <a:ext cx="6852839" cy="3035808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370832"/>
            <a:ext cx="8412480" cy="120700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可复用公共视图，本题差异要另外标明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3306→13306、5672→5673、6379→16379、27017→27018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派生图，局部，meng004/​mall，mall-logical.html，c247ba6a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用相关的“4+1”视图解释所选业务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逻辑视图写职责和依赖。可以复用公共图，再标出本题差在哪里。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654046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进程视图写运行时谁发消息、谁执行。队列本身不执行 Java。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735324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开发视图写模块怎么分。物理视图把容器端口和宿主映射分开。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没有新进程或新机器时，写明物理视图沿用公共部署，不要另画一台。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文件:行号、调用者或数据流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8770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OmsOrderExample example ​= ​new OmsOrderExample(​);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example.​createCriteria(​).​andIdEqualTo(​orderId).​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andStatusEqualTo(​0).​andDeleteStatusEqualTo(​0);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List&lt;OmsOrder&gt; ​cancelOrderList ​= ​orderMapper.​selectByExample(​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example);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(​CollectionUtils.​isEmpty(​cancelOrderList))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 cancelOrder ​= ​cancelOrderList.​get(​0);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(​cancelOrder ​!=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​//修改订单状态为取消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cancelOrder.​setStatus(​4);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orderMapper.​updateByPrimaryKeySelective(​cancelOrder);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mall-portal/​src/​main/​java/​com/​macro/​mall/​portal/​service/​impl/​OmsPortalOrderServiceImpl.java:​299-309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两种最小方案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可测试性、可替换性与代价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方案 A：私有方法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方案 B：独立的类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测试仍绕整份服务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测试可直接构造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规则本身换不掉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换规则只换一处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代价是少一个类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代价是多一个类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同一输入下比较前后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同一输入下比较前后行为与修改成本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2304"/>
            <a:ext cx="8814816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教师示例用同一组测试：改前 4 个通过，改后 8 个通过，跳过都是 0。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298698"/>
            <a:ext cx="8814816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补偿写入点从 2 处收成 1 处。新增一种补偿时只改这一处。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对外接口没改。控制器、接收者和定时任务也没改。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1486"/>
            <a:ext cx="8814816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没有打到运行中的门户，也没有向真实队列发消息，这些就还没验证。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方案还没实施，却把方案图写成已经验证过。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规则一报错就当成缺陷，不核对它扫的是哪一类文件。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没走的路径写成运行时已经验证，例如没发过的队列消息。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不写文件:行号和调用者，或按方法长短、用了 Mapper 来判错。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规则报错就一定是缺陷吗？怎么判断是检测口径问题还是真实问题？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654046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E2-00 是行为保持：同一输入下改前通过，改后仍通过。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735324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E2-01 是行为修正：改前失败，改后通过，错误行为被改掉。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误报例子：规则只扫实现类，会把写在接口上的事务报成缺失。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真实设计问题或变化场景及源码调用关系15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相关4+1视图说明职责、依赖与运行边界15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用SOLID、整洁代码或信息隐藏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解释具体风险或变更成本15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比较两种最小方案的可测试性、可替换性与代价15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对一个关键接缝完成局部改动或可运行对照20</a:t>
                      </a:r>
                    </a:p>
                  </a:txBody>
                  <a:tcPr anchor="ctr"/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同一输入下的行为保持或问题改善，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以及依赖、修改点或测试成本的对比20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只交还没实施的设想时，不得声称改进已经验证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