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9 次课｜软件设计、重构与系统演化（一）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T4：分层、注入和映射已经分开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E4：局部重构要先固定行为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本讲看效果、坏味道和原则判定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引出 E5：先看改动会碰到哪里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模式：定义与三类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能反复用来解决一类问题的方案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特定场景里，协作对象的一种描述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创建型：对象怎样被创建出来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结构型：类和对象怎样组成更大结构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行为型：职责和算法怎样在对象间分配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四要素里先看效果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名称：用一个词称呼这种方案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问题：什么情况下它适用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方案：参与的对象怎样协作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效果：得到什么，失去什么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策略模式的四要素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策略：算法封装后可以替换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有多种算法，每次只生效一种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各自封装，客户只依赖共同接口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加一种算法，不必改客户流程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类变多，客户仍要决定选谁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装饰模式的四要素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装饰：在现有对象外包一层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要叠加功能，继承会类爆炸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持有同一接口，先算内层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按需要组合，不为每种组合建子类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对象链变长，顺序就是计算顺序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得到什么，失去什么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引入之前先写这两列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得到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失去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变化收进单独的类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类和对象变多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客户流程少改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多一次间接调用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一种算法可以单独换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选择规则要有地方放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引入一个模式，得到了什么、失去了什么？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常见坏味道与手法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坏味道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看到什么，先用什么手法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重复代码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同一判定写了多遍，先提炼方法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过长函数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一个方法做完整段业务，提炼方法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过大类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一个类承担多块职责，提炼类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发散式变化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同一类多处跟着改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提炼类或拆分阶段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霰弹式修改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一处改动散到多处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搬移函数、搬移字段、内联类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按类型分支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按类型写分支，以多态取代条件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数据泥团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同一组数据总是一起出现，提炼对象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模式是重构的结果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先指出重复和按类型分支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再选手法，而不是先选模式名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以多态取代条件之后，才叫策略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模式不是设计的起点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喂食动物：三个版本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增加一种动物时，看饲养员改不改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版本一：每种动物一个方法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加熊猫就要改饲养员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31317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587496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版本二：动物抽象出吃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饲养员收成一个方法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46836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742688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版本三：一次喂一群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饲养员不用再改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现场：分支、测试、策略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真实代码只看优惠券适用范围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的 listCart：特征测试之后收到策略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认出按范围复制的判定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42214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696462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用特征测试锁住现有行为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15594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430268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以多态取代条件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88975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164074"/>
            <a:ext cx="8321040" cy="45948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得到策略，而不是事先指定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按范围取出策略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E4-00：listCart 特征测试已锁住，找不到策略就跳过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305409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CouponScopePolicy policy ​= ​policyFor(​couponHistoryDetail.​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getCoupon(​).​getUseType(​));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 (​policy ​== ​null)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continue;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 (​policy.​usable(​couponHistoryDetail,​ cartItemList,​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 now))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enableList.​add(​couponHistoryDetail);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 else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disableList.​add(​couponHistoryDetail);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40096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mall-portal/​src/​main/​java/​com/​macro/​mall/​portal/​service/​impl/​UmsMemberCouponServiceImpl.java:​129-136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特征测试锁住行为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可用顺序锁成 11、13、14、18，未知范围 17 两边都没有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的特征测试锁 listCart，不锁策略类名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​enabled ​= ​ids(​service.​listCart(​cart,​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​disabled ​= ​ids(​service.​listCart(​cart,​ 0));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assertEquals(​List.​of(​11L,​ 13L,​ 14L,​ 18L),​ enabled);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assertEquals(​List.​of(​12L,​ 15L,​ 16L,​ 19L),​ disabled);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assertFalse(​enabled.​contains(​17L));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assertFalse(​disabled.​contains(​17L));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mall-portal/​src/​test/​java/​com/​macro/​mall/​sdc/​e4/​SDCE400Test.java:​63-69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找不到就返回空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E4-00：listCart 按登记顺序找策略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特征测试不锁定这条查找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CouponScopePolicy policyFor(​Integer useType)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for (​CouponScopePolicy policy ​: ​scopePolicies)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 (​policy.​supports(​useType))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return policy;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null;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mall-portal/​src/​main/​java/​com/​macro/​mall/​portal/​service/​impl/​UmsMemberCouponServiceImpl.java:​146-153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新增一种范围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只统计 listCart 的可用判定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特征测试不变，策略的处数不减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新增一种范围</a:t>
                      </a:r>
                    </a:p>
                  </a:txBody>
                  <a:tcPr anchor="ctr"/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改前分支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 处：复制判定和分列</a:t>
                      </a:r>
                    </a:p>
                  </a:txBody>
                  <a:tcPr anchor="ctr"/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提取方法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处：分支加行，再加方法</a:t>
                      </a:r>
                    </a:p>
                  </a:txBody>
                  <a:tcPr anchor="ctr"/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本次策略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处：新类，登记加一行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门槛截断仍保留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的 listCart 在 99.90 时仍可用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特征测试只打印，策略不改行为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682495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BigDecimal minPoint ​= ​detail.​getCoupon(​).​getMinPoint(​);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Date endTime ​= ​detail.​getCoupon(​).​getEndTime(​);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BigDecimal totalAmount ​= ​calcTotalAmount(​cartItemList);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now.​before(​endTime) ​&amp;&amp; ​totalAmount.​subtract(​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minPoint).​intValue(​) ​&gt;= ​0;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53542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mall-portal/​src/​main/​java/​com/​macro/​mall/​portal/​service/​impl/​UmsMemberCouponServiceImpl.java:​170-173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订单：抽象与逐步求精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抽象：先看这一层，暂时忽略细节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订单先分成校验、计价和落库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求精：再落到具体的方法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子项、分摊和库存是下一层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四项放在线上预习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过程是迭代：从抽象做到能实现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需求模型更新后，设计再做一遍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设计质量：方案是否经得起后续修改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规格说明和设计评审同看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信息隐藏：藏起决定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分摊保留几位，就是一项设计决定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按流程切开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按决定藏起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校验、计价、落库各一段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藏起分摊保留几位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保留几位写在两段里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调用方只见分摊结果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改精度要记得两处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这是 Parnas 1972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内聚与耦合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内聚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变更耦合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一个方法混有多个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独立变化原因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共同依赖同一精度决定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锁库存、写订单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算优惠、扣积分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形成变更耦合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也违反 DRY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这就是低内聚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不是模块之间的耦合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两处分摊都写死 3 位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积分第 157 行，优惠券第 662 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    BigDecimal perAmount ​= ​orderItem.​getProductPrice(​).​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divide(​totalAmount,​ 3,​ RoundingMode.​HALF_EVEN).​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multiply(​integrationAmount);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出处：mall-portal/​src/​main/​java/​com/​macro/​mall/​portal/​service/​impl/​OmsPortalOrderServiceImpl.java:​157-157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47872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BigDecimal couponAmount ​= ​orderItem.​getProductPrice(​).​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divide(​totalAmount,​ 3,​ RoundingMode.​HALF_EVEN).​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multiply(​coupon.​getAmount(​));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出处：mall-portal/​src/​main/​java/​com/​macro/​mall/​portal/​service/​impl/​OmsPortalOrderServiceImpl.java:​662-662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下单方法从第 94 行写起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generateOrder 从第 94 行写起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140 行进入用券，第 662 行分摊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157 行分摊积分，第 165 行锁库存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224 行起落库、扣减、发消息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三条原则怎么判定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单一职责：下单同时锁库、落库、扣减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开闭：加范围可以不改循环，登记仍要改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依赖倒置：依赖接口，实现仍在同一类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里氏替换和接口隔离，这里看不出违背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两对原则怎么取舍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重复与解耦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开闭与不过度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两处都写死 3 位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现状就是三种范围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收成一处，改一次就齐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提取方法更省也够用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若要分道，会互相牵动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种类真会增加再用策略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金额分摊精度要从3位改成2位，得改几处？漏掉一处会怎样？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AI 可以帮的三件事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标出坏味道和它在哪一段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起草重构方案，并写明代价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起草特征测试，锁住现有行为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放不放行仍由人决定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放行前三查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第一查：有没有碰到不可变约束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第二查：有没有夹带无关修改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第三查：测试结果是否支持留下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三查都过，改动才留下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用优惠券重构对照三查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约束：不修截断，不改公开接口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重构提交 37e30f1 只改了一个类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五项断言不改，改前改后都通过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全绿仍要读差异，打印不是断言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AI给出的重构夹带了无关修改，应该怎么处理？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效果要写得到什么、失去什么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模式是重构的结果，不是起点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原则落到具体行，冲突时写明取舍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 的改动先过三查，再谈放行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请同学们在实验开始之前完成全部五道预习题，题干和选项必须一致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影响面分析中，“回归测试范围”依据什么确定？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被修改文件的代码行数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开发者个人的经验判断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上一轮测试留下的用例数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受影响的模块与调用链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只要新功能单独实现，就不会影响既有流程。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遗留系统的演化策略通常包括哪几种？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维护、重构、再工程、替换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编译、链接、部署、回滚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设计、编码、测试、验收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抽象、封装、继承、多态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逆向工程与再工程的关系是什么？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两者是同义词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逆向工程用于理解既有系统，是再工程的组成部分之一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再工程只处理数据，逆向工程只处理代码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两者互不相干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不可变约束一旦确定，后续需求若确需调整，应当走变更评审。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做完这两题，再看下一页的阅读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《软件设计与体系结构》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Martin《敏捷软件开发》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Gamma 等《设计模式》第 1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Fowler《重构》第 2 版第 3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Kerievsky《重构与模式》第 3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Feathers《修改代码的艺术》第 4、13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[22]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Parnas 1972：按设计决定分解模块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[23]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Lehman 1980：持续变化与复杂度增长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Chikofsky 1990：逆向工程的分类</a:t>
                      </a:r>
                    </a:p>
                  </a:txBody>
                  <a:tcPr anchor="ctr"/>
                </a:tc>
              </a:tr>
              <a:tr h="3907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[26]、[28]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Bennett 2000；Lenarduzzi 2020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