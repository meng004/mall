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8 次课｜设计模式与重构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E3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输入、期望、缺陷复现与实际修改位置15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调用与持久化数据流和不可变约束15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规格对应的业务不变量或编码原则15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AI建议的采纳／驳回、人工核对与最小修复取舍15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同组规格测试改前失败、改后通过20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边界及相邻行为回归10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目标方法行、分支覆盖率均不低于80%并解释未覆盖内容10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特征测试的作用是：请看完演示再投票。请从下面四项中选出一项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（A）验证新功能的正确性；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（B）提高覆盖率数字；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（C）把现有行为固定下来，作为改造的安全网；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（D）替代单元测试。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请在演示结束后作答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先看过演示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从五项候选里选一题。教师示例是 E4-00，Issue #20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在测试保护下做局部重构，并和更简单的方案比较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用四要素写效果：得到什么、失去什么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不要求强行增加策略类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不要求代码行数必须减少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不要求改前功能失败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缺陷修复另列，不混入本次纯重构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E4-00：改前按范围分支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#20。三段同一形状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调用：UmsMemberCouponController 第 72 行；OmsPortalOrderServiceImpl 第 80、711 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2311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if(​useType.​equals(​0)){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​//0-&gt;全场通用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​//判断是否满足优惠起点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​//计算购物车商品的总价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BigDecimal totalAmount ​= ​calcTotalAmount(​cartItemList);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if(​now.​before(​endTime)&amp;&amp;totalAmount.​subtract(​minPoint).​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intValue(​)&gt;=0){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08406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mall-portal/​src/​main/​java/​com/​macro/​mall/​portal/​service/​impl/​UmsMemberCouponServiceImpl.java:​127-132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E4-00：取券、查策略和分列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取券：getDetailList 取出当前会员的券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policyFor 查策略：按 useType 找第一个 supports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检查策略：为空就跳过这张券，非空才继续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策略非空：按 usable 分列为可用 / 不可用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E4-00：policyFor 选出策略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 useType 找第一个 supports 的策略；找不到就跳过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项改前改后都通过，结论符合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CouponScopePolicy policyFor(​Integer useType)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for (​CouponScopePolicy policy ​: ​scopePolicies)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 (​policy.​supports(​useType))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return policy;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null;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mall-portal/​src/​main/​java/​com/​macro/​mall/​portal/​service/​impl/​UmsMemberCouponServiceImpl.java:​146-153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E4-01　#15　优惠券关联写入重复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E4-02　#16　后台商品的多种状态批量更新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E4-03　#17　商品关联写入的反射辅助方法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E4-04　#18　SKU 集合差异计算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E4-06　#19　首页秒杀选择与结果组装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识别坏味道并给出证据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写出是哪一类，并给到文件和行号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指出调用者，或数据从哪来到哪去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示例：三段判定，第 127、137、150 行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你的靶点换一类，同样要指到行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先写特征测试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锁可用顺序 11、13、14、18，不可用 12、15、16、19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未知范围 17 两边都没有。不断言类名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​enabled ​= ​ids(​service.​listCart(​cart,​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​disabled ​= ​ids(​service.​listCart(​cart,​ 0));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assertEquals(​List.​of(​11L,​ 13L,​ 14L,​ 18L),​ enabled);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assertEquals(​List.​of(​12L,​ 15L,​ 16L,​ 19L),​ disabled);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assertFalse(​enabled.​contains(​17L));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assertFalse(​disabled.​contains(​17L));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mall-portal/​src/​test/​java/​com/​macro/​mall/​sdc/​e4/​SDCE400Test.java:​63-69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与只提取方法比较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提取方法没有进入分支。同一组测试也是 5 项通过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处数没有变少。收益是不复制分列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新增一种范围，只看可用判定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改前分支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 处：复制判定和分列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提取方法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处：if 链加 2 行，再加方法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本次策略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处：新类，登记列表加 1 项</a:t>
                      </a:r>
                    </a:p>
                  </a:txBody>
                  <a:tcPr anchor="ctr"/>
                </a:tc>
              </a:tr>
              <a:tr h="6108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行数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244；提取方法 252；策略 289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评价其局限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可以让它标坏味道、起草改法和测试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局限：可能越界，碰到不许改的部分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局限：可能夹带无关修改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局限：全绿不能证明未混入修复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三查：约束、差异、测试，都过才留下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用模式四要素写出效果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名称是策略。问题是范围一多，方法就加长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方案是每种范围一个类，循环只查找和分列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得到：新增范围不改 listCart，不复制分列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代价：净增 45 行（244→289）；判定仍写三份；先登记者生效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步骤⑥ 过长的下单方法该不该拆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generateOrder 从第 94 行写到第 250 行，写入集中在这一段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事务在接口第 26 行。同步调用、外层事务仍在，就不会丢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改入口、传播方式或改异步，才可能拆开。本次不拆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Map&lt;String,​ Object&gt; ​generateOrder(​OrderParam orderParam);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mall-portal/​src/​main/​java/​com/​macro/​mall/​portal/​service/​OmsPortalOrderService.java:​26-27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不写变化场景、原结构和改动行号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不写调用链，或没说必须保持的行为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只写模式名，不写失去了什么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改了断言，或把没跑过的接口写成已经验证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新增一种情况，重构前后各要改几处？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人按源码数。只看可用判定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改前分支、提取方法、本次策略，各说一处数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处数之外，还要说明要不要复制分列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全绿只证明行为保持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相同测试改前、改后都通过，跳过都是 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这只证明可观察行为还在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设计好不好，要看改几处、失去什么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99.90 仍可用。这一行只打印，不断言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三栏是 30、30、40。测试全绿不代替设计是否更好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坏味道的具体变化场景、原结构与改动位置15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调用链与必须保持的可观察行为15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所用模式的名称、问题、方案、效果四要素15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与更简单方案比较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新增一种变化的修改位置、收益与代价15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相同特征测试改前、改后均通过25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源码或一次小型变化演示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证明修改范围的变化15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参考实现可以看，不能代替本人的选择和证据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