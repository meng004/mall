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本节 15 分钟</a:t>
            </a:r>
          </a:p>
          <a:p>
            <a:r>
              <a:t>定义：这次实验先把可观察行为固定住，再做一处局部重构，并和更简单的方案比较修改位置。</a:t>
            </a:r>
          </a:p>
          <a:p>
            <a:r>
              <a:t>代价：开场用这次的细则去投上一份作品，两项作业的证据会对错位。</a:t>
            </a:r>
          </a:p>
          <a:p>
            <a:r>
              <a:t>判定：先确认被演示的是实验 E3，用 E3 的细则投票，然后再答签到。</a:t>
            </a:r>
          </a:p>
          <a:p>
            <a:r>
              <a:t>权衡：三个班周次不同，口头交代时间。课上只强调这是第 8 次课。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定义：这一页用的是实验 E3 的细则。被演示的是上一份作品，不是这次要交的重构。</a:t>
            </a:r>
          </a:p>
          <a:p>
            <a:r>
              <a:t>代价：用这次实验的三栏去投 E3 的作品，规格测试和覆盖率会对不上。</a:t>
            </a:r>
          </a:p>
          <a:p>
            <a:r>
              <a:t>判定：票要能对上输入与期望、不可变约束、采纳或驳回，以及改前失败、改后通过。</a:t>
            </a:r>
          </a:p>
          <a:p>
            <a:r>
              <a:t>权衡：E3 的边界是环境报错不算红灯。这次实验的细则和边界在后面单独讲。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节：现场演示与投票</a:t>
            </a:r>
          </a:p>
          <a:p>
            <a:r>
              <a:t>时长见本节首页（本节 15 分钟）</a:t>
            </a:r>
          </a:p>
          <a:p>
            <a:r>
              <a:t>题目页</a:t>
            </a:r>
          </a:p>
          <a:p>
            <a:r>
              <a:t>答案：C</a:t>
            </a:r>
          </a:p>
          <a:p>
            <a:r>
              <a:t>定义：特征测试固定的是改造前已经能观察到的行为，包括其中不合理的行为，用来当改造的安全网。</a:t>
            </a:r>
          </a:p>
          <a:p>
            <a:r>
              <a:t>代价：把它当成新功能测试或覆盖率数字，重构一改行为，这张网就没了。</a:t>
            </a:r>
          </a:p>
          <a:p>
            <a:r>
              <a:t>判定：问它锁的是改前的可用结果，还是策略类的名字、覆盖率。</a:t>
            </a:r>
          </a:p>
          <a:p>
            <a:r>
              <a:t>权衡：先完成实名演示再答这一题。选错这一题，这次到场就不计入。答案只留在备注。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本节 5 分钟</a:t>
            </a:r>
          </a:p>
          <a:p>
            <a:r>
              <a:t>定义：这五题是实验前的预习。这里只给正确答案、判定依据，以及容易混到的另一个概念。</a:t>
            </a:r>
          </a:p>
          <a:p>
            <a:r>
              <a:t>代价：把效果答成“解决什么问题”，后面的四要素会把代价写丢。</a:t>
            </a:r>
          </a:p>
          <a:p>
            <a:r>
              <a:t>判定：第 1 题看复杂度会不会上升；第 2 题锁的是行为；第 4 题看调用有没有经过代理。</a:t>
            </a:r>
          </a:p>
          <a:p>
            <a:r>
              <a:t>权衡：第 3 题选替换行为的位置，不选继承。第 5 题还要写出失去了什么。Feathers 第 4、13 章是预读。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时长见本节首页（本节 5 分钟）</a:t>
            </a:r>
          </a:p>
          <a:p>
            <a:r>
              <a:t>定义：目标是识别一处坏味道，在特征测试保护下完成局部重构，并写清效果与代价。</a:t>
            </a:r>
          </a:p>
          <a:p>
            <a:r>
              <a:t>代价：为了凑一个策略类去拆不必拆的分支，比较就失去了对象。</a:t>
            </a:r>
          </a:p>
          <a:p>
            <a:r>
              <a:t>判定：作品要能对上变化场景、调用链、四要素，以及和更简单方案的修改位置。</a:t>
            </a:r>
          </a:p>
          <a:p>
            <a:r>
              <a:t>权衡：不要求改前功能失败，也不要求代码行数减少；教师示例的策略版反而多了 45 行。门槛截断这一类缺陷另列，不混进这次纯重构。</a:t>
            </a:r>
          </a:p>
          <a:p>
            <a:r>
              <a:t>依据：课程考核方案 E4 一节“不要求：改前功能失败、强行增加策略类、代码行数必须减少”。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本节 60 分钟</a:t>
            </a:r>
          </a:p>
          <a:p>
            <a:r>
              <a:t>定义：改前 listCart 用 useType 的分支链区分三种范围。真正不同的只是按哪种范围求和，判定和分列写了三遍。</a:t>
            </a:r>
          </a:p>
          <a:p>
            <a:r>
              <a:t>代价：再加一种范围，要在这条链上再复制一段。只改其中一段，另外两段容易漏。</a:t>
            </a:r>
          </a:p>
          <a:p>
            <a:r>
              <a:t>判定：看第 127、137、150 行是不是同一形状：先求和，再看有效期和门槛，然后放进两个列表。</a:t>
            </a:r>
          </a:p>
          <a:p>
            <a:r>
              <a:t>权衡：未知范围两边都不放，只是链的末尾没有否则。入口是 GET /member/coupon/list/cart/{type}。基线这一文件 244 行。</a:t>
            </a:r>
          </a:p>
          <a:p>
            <a:r>
              <a:t>基线 6518df70cba7bd7ba7d7a96719d7decc77f5c917。分类分支在第 137 行，商品分支在第 150 行。门槛截断在第 132、145、158 行，属于 E3-01，这次不修。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定义：改后 listCart 只剩取券、查策略、按 usable 分列，共 25 行。控制器和下单服务仍按原样调用它，调用方没改。</a:t>
            </a:r>
          </a:p>
          <a:p>
            <a:r>
              <a:t>代价：多一次查找。listCart 自己不再知道有哪几种范围，要到 policyFor 和策略类里去看。</a:t>
            </a:r>
          </a:p>
          <a:p>
            <a:r>
              <a:t>判定：能说出这三步，以及灰色那一格：策略为空就跳过，这张券两边都不放；策略非空才按 usable 分列。改前同名方法是 56 行。</a:t>
            </a:r>
          </a:p>
          <a:p>
            <a:r>
              <a:t>权衡：分列还留在 listCart，没有搬进策略。每个策略只回答这张券在这一范围下能不能用。</a:t>
            </a:r>
          </a:p>
          <a:p>
            <a:r>
              <a:t>本页按整图重画为流程图。整图 SDC/E4/outputs/E4-00/diagrams/e4-00.head.html，图稿源提交 fc5ef5c2b57cb5b8ed3e7dfc68c65e2100d93087，整图本地 e4-00-e4-00.head.png；已登记的局部图 e4-00-listcart.png 投影约 10 磅，本页不用。改前整图 e4-00.base.html，本地 e4-00-e4-00.base.png。</a:t>
            </a:r>
          </a:p>
          <a:p>
            <a:r>
              <a:t>分支当前头 175decae6c209b4cdc1db36fadb44b437f092843。最终代码 fc5ef5c2b57cb5b8ed3e7dfc68c65e2100d93087，与当前头的 Java 是同一份；改后 listCart 在第 120–144 行，找不到策略就 continue 在第 130–132 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定义：policyFor 遍历登记列表，返回第一个 supports 为真的策略；三种范围各一个私有策略类。都不是就返回空，listCart 跳过这张券。</a:t>
            </a:r>
          </a:p>
          <a:p>
            <a:r>
              <a:t>代价：多一个接口、三个内部类和一次查找，文件从 244 行到 289 行，净增 45 行。判定仍在三个策略里各写一份，截断照旧保留。</a:t>
            </a:r>
          </a:p>
          <a:p>
            <a:r>
              <a:t>判定：看第 148 行按 supports 判断，第 152 行返回空。未知范围是返回空，不是返回一个默认策略。</a:t>
            </a:r>
          </a:p>
          <a:p>
            <a:r>
              <a:t>权衡：现在三者互斥，顺序不影响结果；以后若重叠，先登记者生效。同一个策略，2024 第 7-2 讲的例子是商品打折，这里是优惠券范围。</a:t>
            </a:r>
          </a:p>
          <a:p>
            <a:r>
              <a:t>整图 SDC/E4/outputs/E4-00/diagrams/e4-00.head.html，图稿源提交 fc5ef5c2b57cb5b8ed3e7dfc68c65e2100d93087，整图本地 e4-00-e4-00.head.png。图上 policyFor 右侧是三个私有策略类；“其他 useType”一块在整图下方，虚线“都不支持”指向它，标注 policyFor 返回 null → continue。</a:t>
            </a:r>
          </a:p>
          <a:p>
            <a:r>
              <a:t>对照记录在分支当前头 175decae6c209b4cdc1db36fadb44b437f092843 的 evidence/compare.txt：改前、改后各 5 项，失败 0，跳过 0，EXPECT_BASE=pass，结论符合。示例材料通过评审，不代替你的作业分。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定义：个人作业从这五项里选一题。E4-00 是教师示例，用来看步骤，不作为个人选题。</a:t>
            </a:r>
          </a:p>
          <a:p>
            <a:r>
              <a:t>代价：直接交教师示例的优惠券范围，就没有本人的选择和证据。</a:t>
            </a:r>
          </a:p>
          <a:p>
            <a:r>
              <a:t>判定：选题要能指出坏味道的一类、调用链，以及和提取方法比修改位置。</a:t>
            </a:r>
          </a:p>
          <a:p>
            <a:r>
              <a:t>权衡：没有 E4-05。后台题的测试写在 mall-admin，不能只跑 portal 的测试类。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定义：第一步定位一处条件分支密集的业务代码，识别坏味道并给出证据：文件、行号、调用者。</a:t>
            </a:r>
          </a:p>
          <a:p>
            <a:r>
              <a:t>代价：只写“分支太多”，不给行号和调用者，讲清楚这一档对不上。</a:t>
            </a:r>
          </a:p>
          <a:p>
            <a:r>
              <a:t>判定：问重复的是判定和分列，还是三种范围的求和。证据要能指到行。</a:t>
            </a:r>
          </a:p>
          <a:p>
            <a:r>
              <a:t>权衡：教师示例的坏味道是重复代码、按类型码分支，以及 listCart 同时取券、求和、判定、分列。你的靶点换一类，也要给到行。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定义：第二步先写特征测试，把改造前的可观察行为固定下来。断言不改，改前和改后用同一组。</a:t>
            </a:r>
          </a:p>
          <a:p>
            <a:r>
              <a:t>代价：断言写到类名或行号上，一重构测试就红，固定的就不是行为。</a:t>
            </a:r>
          </a:p>
          <a:p>
            <a:r>
              <a:t>判定：失败时是编号或顺序变了，还是只是类名变了。99.90 这行只打印，不写成断言。</a:t>
            </a:r>
          </a:p>
          <a:p>
            <a:r>
              <a:t>权衡：Issue #20 记录整份测试五项，过期、空购物车和门槛两侧在另外几项。打印是 THRESHOLD_BASELINE，99.90 仍为可用。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定义：第三步做局部重构，并和只提取方法比较。提取方法是保留分支链，每种范围一个私有方法。</a:t>
            </a:r>
          </a:p>
          <a:p>
            <a:r>
              <a:t>代价：只写策略、不写更简单的方案改几处，有依据这一档对不上。</a:t>
            </a:r>
          </a:p>
          <a:p>
            <a:r>
              <a:t>判定：问少掉的是处数，还是“要不要复制那一段分列”。三种方案的测试都是 5 项通过。</a:t>
            </a:r>
          </a:p>
          <a:p>
            <a:r>
              <a:t>权衡：就现状而言，提取方法更省也够用。采用策略是为了在同一处演示四要素。范围种类确实会增加，或某种判定要单独替换时，再值得用策略。</a:t>
            </a:r>
          </a:p>
          <a:p>
            <a:r>
              <a:t>提取方法没有进入分支，曾在临时目录用 SDCE400Test 跑过，也是 5 项通过。库表里的 use_type 目前只定义 0、1、2。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定义：第四步可以用 AI 辅助重构，然后评价它的局限。三查都过，改动才留下。</a:t>
            </a:r>
          </a:p>
          <a:p>
            <a:r>
              <a:t>代价：因为测试是绿的就整份留下，截断被顺手改掉时，这组测试仍然可以是绿的。</a:t>
            </a:r>
          </a:p>
          <a:p>
            <a:r>
              <a:t>判定：问卡住这次留下的是约束、是多出来的行，还是测试失败。</a:t>
            </a:r>
          </a:p>
          <a:p>
            <a:r>
              <a:t>权衡：Issue #20 写明：没有混入修复只能靠读差异；第四种范围没有真正加进产品；购物车接口和库里的券没有跑到。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定义：第五步用模式四要素写出这次改造的效果。效果要同时写得到什么、失去什么。</a:t>
            </a:r>
          </a:p>
          <a:p>
            <a:r>
              <a:t>代价：只写策略这个名字，不写多出来的类和仍要改的三处，难点就没答。</a:t>
            </a:r>
          </a:p>
          <a:p>
            <a:r>
              <a:t>判定：问 listCart 还改不改，判定有没有合成一份，重叠时谁生效。</a:t>
            </a:r>
          </a:p>
          <a:p>
            <a:r>
              <a:t>权衡：未知范围从“没有否则”写成显式跳过。公开接口没变。策略仍是私有内部类，外部不能单独替换。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定义：下单方法过长，适合讨论该不该拆。它牵涉事务和多表写入，不作为这次的练习对象。</a:t>
            </a:r>
          </a:p>
          <a:p>
            <a:r>
              <a:t>代价：拆出去的写入若换了入口、改了传播方式或改成异步，订单、库存和券可能不再同一笔提交。</a:t>
            </a:r>
          </a:p>
          <a:p>
            <a:r>
              <a:t>判定：问拆出去的那一段，是否仍在同一次同步调用里、外层事务是否还在。同类里的私有方法，注解不会再经代理。</a:t>
            </a:r>
          </a:p>
          <a:p>
            <a:r>
              <a:t>权衡：锁库存在第 165 行，插入订单在第 224 行，明细在第 229 行，改券在第 232 行，扣积分在第 240 行，删购物车在第 243 行，发消息在第 245 行。</a:t>
            </a:r>
          </a:p>
          <a:p>
            <a:r>
              <a:t>参考要点：</a:t>
            </a:r>
          </a:p>
          <a:p>
            <a:r>
              <a:t>- 拆成同一事务内的同步调用，外层事务仍在，订单、库存、券和积分仍同一笔提交；拆的收益是可读，代价是多几次跳转。</a:t>
            </a:r>
          </a:p>
          <a:p>
            <a:r>
              <a:t>- 改了入口、把传播方式改成新事务，或改成异步执行，写入就可能落到事务外，失败时只回滚一部分。</a:t>
            </a:r>
          </a:p>
          <a:p>
            <a:r>
              <a:t>- 本次实验不拆它：牵涉多表写入和事务，改动风险高，只作对照讨论。</a:t>
            </a:r>
          </a:p>
          <a:p>
            <a:r>
              <a:t>依据：教案第 8 次课实验步骤（6）“讨论过长方法该不该拆”；实验方案 E4 理由一段“牵涉事务与多表写入，改动风险高”；基线 OmsPortalOrderService 第 26 行 @Transactional。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时长见本节首页（本节 60 分钟）</a:t>
            </a:r>
          </a:p>
          <a:p>
            <a:r>
              <a:t>定义：这些是本次细则里对不上的证据，以及教师示例对照时已经标出的未验证范围。</a:t>
            </a:r>
          </a:p>
          <a:p>
            <a:r>
              <a:t>代价：缺了行号、同一组测试或修改范围的演示，对应的那一档就没有证据。</a:t>
            </a:r>
          </a:p>
          <a:p>
            <a:r>
              <a:t>判定：验证过要看到同一组特征测试改前、改后都通过，再用源码或一次小演示说明改几处。</a:t>
            </a:r>
          </a:p>
          <a:p>
            <a:r>
              <a:t>权衡：测试全绿只说明行为还在。设计是否更好，要另给修改位置和代价。允许写“这里还没验证”。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本节 10 分钟</a:t>
            </a:r>
          </a:p>
          <a:p>
            <a:r>
              <a:t>定义：小结抽 1 人演示：新增一种分支时，重构前要改哪里，重构后要改哪里。</a:t>
            </a:r>
          </a:p>
          <a:p>
            <a:r>
              <a:t>代价：只报一个更小的数字，不说复制了什么，比较就不完整。</a:t>
            </a:r>
          </a:p>
          <a:p>
            <a:r>
              <a:t>判定：回答要给出三套方案的处数，并说明 listCart 本身还改不改。</a:t>
            </a:r>
          </a:p>
          <a:p>
            <a:r>
              <a:t>权衡：课上先听学生怎么数。数字和依据留在备注，等演示之后再对。</a:t>
            </a:r>
          </a:p>
          <a:p>
            <a:r>
              <a:t>参考要点：只看 listCart 的可用判定，改前 1 处，但要复制判定和分列；策略是新类再加登记 1 行，共 2 处，listCart 不用改。</a:t>
            </a:r>
          </a:p>
          <a:p>
            <a:r>
              <a:t>依据：教案第 8 次课讨论题与小结抽人演示。Issue #20 的比较表。提取方法也是 2 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定义：行为保持是前后都通过。它不自动证明设计更好，也不证明没有混入别的修改。</a:t>
            </a:r>
          </a:p>
          <a:p>
            <a:r>
              <a:t>代价：把全绿理解成可以放行业务，或理解成策略一定更优，都会超过这组测试实际说明的范围。</a:t>
            </a:r>
          </a:p>
          <a:p>
            <a:r>
              <a:t>判定：示例材料的对照结论符合。课程作业是否得分，仍看本次细则里的证据。</a:t>
            </a:r>
          </a:p>
          <a:p>
            <a:r>
              <a:t>权衡：缺陷修复另列。把门槛改成精确比较，是另一次修改，这组测试发现不了。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定义：讲清楚看场景和调用链。有依据看四要素和与更简单方案的比较。验证过看同一组测试和修改范围。</a:t>
            </a:r>
          </a:p>
          <a:p>
            <a:r>
              <a:t>代价：缺哪一项，就少哪一项的证据。未做的小演示不能写成已经做过。</a:t>
            </a:r>
          </a:p>
          <a:p>
            <a:r>
              <a:t>判定：改前、改后要用相同的特征测试。修改范围用源码或一次小型变化来证明。</a:t>
            </a:r>
          </a:p>
          <a:p>
            <a:r>
              <a:t>权衡：示例材料对照符合，只说明那一份参考实现的记录齐。你的作业分看你自己的证据。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时长见本节首页（本节 10 分钟）</a:t>
            </a:r>
          </a:p>
          <a:p>
            <a:r>
              <a:t>定义：提交是一页说明加不超过 2 分钟的本人录屏，然后再做 3 份同次作业的互评。</a:t>
            </a:r>
          </a:p>
          <a:p>
            <a:r>
              <a:t>代价：超时未交，或互评不足 3 份，过程记录就不完整。</a:t>
            </a:r>
          </a:p>
          <a:p>
            <a:r>
              <a:t>判定：说明按五问组织。录屏里要能看到坏味道的行号、同一组测试，以及新增一种情况改了几处。</a:t>
            </a:r>
          </a:p>
          <a:p>
            <a:r>
              <a:t>权衡：互评看的是同一次作业。缺陷修复若做了，另列，不混进这次纯重构。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8 次课｜设计模式与重构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演示规则与投票口径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3—5 人按评价标准实名演示，全班按同一细则投票。实验 E3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输入、期望、缺陷复现与实际修改位置15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调用与持久化数据流和不可变约束15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规格对应的业务不变量或编码原则15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AI建议的采纳／驳回、人工核对与最小修复取舍15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同组规格测试改前失败、改后通过20</a:t>
                      </a:r>
                    </a:p>
                  </a:txBody>
                  <a:tcPr anchor="ctr"/>
                </a:tc>
              </a:tr>
              <a:tr h="51728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边界及相邻行为回归10</a:t>
                      </a:r>
                    </a:p>
                  </a:txBody>
                  <a:tcPr anchor="ctr"/>
                </a:tc>
              </a:tr>
              <a:tr h="51729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目标方法行、分支覆盖率均不低于80%并解释未覆盖内容10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签到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特征测试的作用是：请看完演示再投票。请从下面四项中选出一项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（A）验证新功能的正确性；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（B）提高覆盖率数字；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（C）把现有行为固定下来，作为改造的安全网；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（D）替代单元测试。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请在演示结束后作答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先看过演示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请投票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预习题回顾与易混点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1 错误。引入模式不一定降低复杂度。易混：少改几处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 现有行为，包括其中不合理的行为。易混：实现细节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 不改动被测代码就能替换其行为的位置。易混：继承关系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 错误。同类自调用，内层注解不经代理。易混：写上就生效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5 效果：得到什么、失去什么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易混：解决什么问题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本次目标与不要求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从五项候选里选一题。教师示例是 E4-00，Issue #20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在测试保护下做局部重构，并和更简单的方案比较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用四要素写效果：得到什么、失去什么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不要求强行增加策略类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不要求代码行数必须减少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不要求改前功能失败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缺陷修复另列，不混入本次纯重构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E4-00：改前按范围分支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Issue #20。三段同一形状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调用：UmsMemberCouponController 第 72 行；OmsPortalOrderServiceImpl 第 80、711 行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2311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if(​useType.​equals(​0)){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​//0-&gt;全场通用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​//判断是否满足优惠起点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​//计算购物车商品的总价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BigDecimal totalAmount ​= ​calcTotalAmount(​cartItemList);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if(​now.​before(​endTime)&amp;&amp;totalAmount.​subtract(​minPoint).​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intValue(​)&gt;=0){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084064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mall-portal/​src/​main/​java/​com/​macro/​mall/​portal/​service/​impl/​UmsMemberCouponServiceImpl.java:​127-132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E4-00：取券、查策略和分列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取券：getDetailList 取出当前会员的券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policyFor 查策略：按 useType 找第一个 supports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D0D0D0"/>
          </a:solidFill>
          <a:ln>
            <a:solidFill>
              <a:srgbClr val="88888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检查策略：为空就跳过这张券，非空才继续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策略非空：按 usable 分列为可用 / 不可用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教师示例 E4-00：policyFor 选出策略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 useType 找第一个 supports 的策略；找不到就跳过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5 项改前改后都通过，结论符合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CouponScopePolicy policyFor(​Integer useType)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for (​CouponScopePolicy policy ​: ​scopePolicies)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if (​policy.​supports(​useType)) {</a:t>
            </a:r>
          </a:p>
          <a:p>
            <a:pPr algn="l" eaLnBrk="1" hangingPunct="1" marL="2235200" indent="-223520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    return policy;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null;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mall-portal/​src/​main/​java/​com/​macro/​mall/​portal/​service/​impl/​UmsMemberCouponServiceImpl.java:​146-153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候选靶点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E4-01　#15　优惠券关联写入重复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E4-02　#16　后台商品的多种状态批量更新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E4-03　#17　商品关联写入的反射辅助方法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E4-04　#18　SKU 集合差异计算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E4-06　#19　首页秒杀选择与结果组装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步骤① 识别坏味道并给出证据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写出是哪一类，并给到文件和行号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指出调用者，或数据从哪来到哪去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示例：三段判定，第 127、137、150 行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你的靶点换一类，同样要指到行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步骤② 先写特征测试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锁可用顺序 11、13、14、18，不可用 12、15、16、19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未知范围 17 两边都没有。不断言类名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0848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List&lt;Long&gt; ​enabled ​= ​ids(​service.​listCart(​cart,​ 1));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List&lt;Long&gt; ​disabled ​= ​ids(​service.​listCart(​cart,​ 0));</a:t>
            </a:r>
          </a:p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/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assertEquals(​List.​of(​11L,​ 13L,​ 14L,​ 18L),​ enabled);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assertEquals(​List.​of(​12L,​ 15L,​ 16L,​ 19L),​ disabled);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assertFalse(​enabled.​contains(​17L));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assertFalse(​disabled.​contains(​17L));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37760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出处：meng004/​mall@​175decae6c209b4cdc1db36fadb44b437f092843:​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mall-portal/​src/​test/​java/​com/​macro/​mall/​sdc/​e4/​SDCE400Test.java:​63-69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步骤③ 与只提取方法比较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提取方法没有进入分支。同一组测试也是 5 项通过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处数没有变少。收益是不复制分列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834640"/>
          <a:ext cx="813816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新增一种范围，只看可用判定</a:t>
                      </a:r>
                    </a:p>
                  </a:txBody>
                  <a:tcPr anchor="ctr"/>
                </a:tc>
              </a:tr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改前分支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 处：复制判定和分列</a:t>
                      </a:r>
                    </a:p>
                  </a:txBody>
                  <a:tcPr anchor="ctr"/>
                </a:tc>
              </a:tr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提取方法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 处：if 链加 2 行，再加方法</a:t>
                      </a:r>
                    </a:p>
                  </a:txBody>
                  <a:tcPr anchor="ctr"/>
                </a:tc>
              </a:tr>
              <a:tr h="610819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本次策略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 处：新类，登记列表加 1 项</a:t>
                      </a:r>
                    </a:p>
                  </a:txBody>
                  <a:tcPr anchor="ctr"/>
                </a:tc>
              </a:tr>
              <a:tr h="61082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行数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244；提取方法 252；策略 289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步骤④ 评价其局限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可以让它标坏味道、起草改法和测试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局限：可能越界，碰到不许改的部分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局限：可能夹带无关修改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局限：全绿不能证明未混入修复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三查：约束、差异、测试，都过才留下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步骤⑤ 用模式四要素写出效果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名称是策略。问题是范围一多，方法就加长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方案是每种范围一个类，循环只查找和分列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得到：新增范围不改 listCart，不复制分列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代价：净增 45 行（244→289）；判定仍写三份；先登记者生效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步骤⑥ 过长的下单方法该不该拆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generateOrder 从第 94 行写到第 250 行，写入集中在这一段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事务在接口第 26 行。同步调用、外层事务仍在，就不会丢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改入口、传播方式或改异步，才可能拆开。本次不拆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@Transactional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Map&lt;String,​ Object&gt; ​generateOrder(​OrderParam orderParam);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33088"/>
            <a:ext cx="8321040" cy="45720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出处：meng004/​mall@​6518df70cba7bd7ba7d7a96719d7decc77f5c917:​</a:t>
            </a:r>
          </a:p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mall-portal/​src/​main/​java/​com/​macro/​mall/​portal/​service/​OmsPortalOrderService.java:​26-27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常见失分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不写变化场景、原结构和改动行号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不写调用链，或没说必须保持的行为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只写模式名，不写失去了什么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改了断言，或把没跑过的接口写成已经验证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新增一种情况，重构前后各要改几处？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抽 1 人按源码数。只看可用判定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改前分支、提取方法、本次策略，各说一处数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处数之外，还要说明要不要复制分列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全绿只证明行为保持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相同测试改前、改后都通过，跳过都是 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这只证明可观察行为还在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设计好不好，要看改几处、失去什么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99.90 仍可用。这一行只打印，不断言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评分细则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三栏是 30、30、40。测试全绿不代替设计是否更好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2267712"/>
          <a:ext cx="813816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坏味道的具体变化场景、原结构与改动位置15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调用链与必须保持的可观察行为15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所用模式的名称、问题、方案、效果四要素15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与更简单方案比较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新增一种变化的修改位置、收益与代价15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相同特征测试改前、改后均通过25</a:t>
                      </a:r>
                    </a:p>
                  </a:txBody>
                  <a:tcPr anchor="ctr"/>
                </a:tc>
              </a:tr>
              <a:tr h="60350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源码或一次小型变化演示</a:t>
                      </a:r>
                    </a:p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证明修改范围的变化15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提交要求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一页说明（按五问组织）＋不超过2分钟本人录屏，课后48小时内上传，再于48小时内完成3份互评。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录屏由本人讲解，并展示本实验相应的证据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说明里写本人的选择、执行和证据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参考实现可以看，不能代替本人的选择和证据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