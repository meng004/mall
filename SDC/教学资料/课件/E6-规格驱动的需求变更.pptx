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本节 15 分钟</a:t>
            </a:r>
          </a:p>
          <a:p>
            <a:r>
              <a:t>定义：这次实验把模糊需求写成规格，先看到失败测试，再实现，并保持原来的调用方式。</a:t>
            </a:r>
          </a:p>
          <a:p>
            <a:r>
              <a:t>代价：开场用这次的细则去投上一份作业，票和作品会对不上。</a:t>
            </a:r>
          </a:p>
          <a:p>
            <a:r>
              <a:t>判定：先确认被演示的是实验 E5，用 E5 的细则投票，然后再答签到。</a:t>
            </a:r>
          </a:p>
          <a:p>
            <a:r>
              <a:t>权衡：三个班周次不同，口头交代时间。课上只强调这是第 12 次课。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定义：这一页用的是实验 E5 的细则。被演示的是上一份影响分析，不是这次要交的实现。</a:t>
            </a:r>
          </a:p>
          <a:p>
            <a:r>
              <a:t>代价：用这次实验的三栏去投 E5 的作品，分析证据和实现证据会对错位。</a:t>
            </a:r>
          </a:p>
          <a:p>
            <a:r>
              <a:t>判定：票要能对上需求与不改边界、改动清单、被排除的方案，以及测试输入和层次。</a:t>
            </a:r>
          </a:p>
          <a:p>
            <a:r>
              <a:t>权衡：E5 不要求提前实现新需求。这次实验的细则和边界在后面单独讲。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题目页</a:t>
            </a:r>
          </a:p>
          <a:p>
            <a:r>
              <a:t>答案：D</a:t>
            </a:r>
          </a:p>
          <a:p>
            <a:r>
              <a:t>定义：查询要在 500 毫秒内返回，约束的是响应时间，不是用户能完成的一件事。</a:t>
            </a:r>
          </a:p>
          <a:p>
            <a:r>
              <a:t>代价：把功能句当成非功能需求，规格包里的质量要求就会空着。</a:t>
            </a:r>
          </a:p>
          <a:p>
            <a:r>
              <a:t>判定：前三项都是用户能做的事或状态。只有响应时间这一项是质量要求。</a:t>
            </a:r>
          </a:p>
          <a:p>
            <a:r>
              <a:t>权衡：先完成实名演示再答这一题。选错这一题，这次到场就不计入。答案只留在备注。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本节 5 分钟</a:t>
            </a:r>
          </a:p>
          <a:p>
            <a:r>
              <a:t>定义：这五题是实验前的预习。这里只给正确答案、判定依据，以及容易混到的另一个概念。</a:t>
            </a:r>
          </a:p>
          <a:p>
            <a:r>
              <a:t>代价：把功能清单当成非功能需求，后面的规格会缺质量要求。</a:t>
            </a:r>
          </a:p>
          <a:p>
            <a:r>
              <a:t>判定：第 2 题要写为什么改。第 3 题看的是现有调用方不用改。第 5 题取舍要留在提交说明里。</a:t>
            </a:r>
          </a:p>
          <a:p>
            <a:r>
              <a:t>权衡：第 1 题不选界面布局。第 4 题类名是名词，方法名是动词。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时长见本节首页（本节 5 分钟）</a:t>
            </a:r>
          </a:p>
          <a:p>
            <a:r>
              <a:t>定义：目标是沿用上次选的需求，写成规格后真正实现，并说明调用怎样保持兼容。</a:t>
            </a:r>
          </a:p>
          <a:p>
            <a:r>
              <a:t>代价：为了凑一次失败去编一个有缺陷的初版，红灯就不是这条需求自己的。</a:t>
            </a:r>
          </a:p>
          <a:p>
            <a:r>
              <a:t>判定：作品要能对上规格、同一组测试的前后结果、调用没有改，以及规范取舍。</a:t>
            </a:r>
          </a:p>
          <a:p>
            <a:r>
              <a:t>权衡：不要求编造有缺陷的初版。必须实际实现新需求。换题的理由在实验里单独说。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本节 60 分钟</a:t>
            </a:r>
          </a:p>
          <a:p>
            <a:r>
              <a:t>定义：第 54 行把促销类型设为 2，第 56 行期望单价 100.00、优惠额 30.00、文案会员价。购物车单价仍是 95.00。</a:t>
            </a:r>
          </a:p>
          <a:p>
            <a:r>
              <a:t>代价：把这次失败当成编译或环境坏了，就会去改构建，而不是去实现会员价。</a:t>
            </a:r>
          </a:p>
          <a:p>
            <a:r>
              <a:t>判定：问失败是期望会员价、实际无优惠，还是测试没有编译。另外 10 项在那次运行里通过。</a:t>
            </a:r>
          </a:p>
          <a:p>
            <a:r>
              <a:t>权衡：对照记录在 03ff236b3612af315fdb144866826b9a0e096a34：改前 24 项失败 6 项，改后 a1e6679f72e7482533f76ed9cf79b0027bb05f8d 为 24 项失败 0 项。结论符合。</a:t>
            </a:r>
          </a:p>
          <a:p>
            <a:r>
              <a:t>基线 6518df70cba7bd7ba7d7a96719d7decc77f5c917。分支当前头 abe34e5b88c37a4a01f327ec0ee0c4f42ae0baf0。红灯是在 4a7f3d9002ffd5559e1e015f3a6b41a56603dcb1 上跑的，那时会员价策略还没登记；16 项里 6 项失败，实际是 95.00、优惠额 0、文案无优惠。这份记录保存在 6ae381b9702cc1f48b0d7a177b197c0eadc60f41 的 red-spec.txt，不是同一次提交。特征测试第 62–66 行把单价锁在 95.00；第 26 行单品促销期望单价 100.00。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 57–62 行按登记顺序找第一个支持该类型的策略。第 66 行五个策略里，会员价在兜底之前。</a:t>
            </a:r>
          </a:p>
          <a:p>
            <a:r>
              <a:t>代价：把兜底策略登记到前面，它会接住所有类型，会员价永远走不到。</a:t>
            </a:r>
          </a:p>
          <a:p>
            <a:r>
              <a:t>判定：问类型 2 是在循环里新写分支，还是由会员价策略的 supports 回答。</a:t>
            </a:r>
          </a:p>
          <a:p>
            <a:r>
              <a:t>权衡：第 69–73 行是内部接口，含 supports 与 apply。新增一种类型要改的是策略类和这一行登记。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定义：这页按改后结构重画。列表进 calcCartPromotion，类型 2 再进会员价策略，其余类型进兜底。</a:t>
            </a:r>
          </a:p>
          <a:p>
            <a:r>
              <a:t>代价：整图节点字只有约 7 磅。课上用这四格，不靠学生读整图。</a:t>
            </a:r>
          </a:p>
          <a:p>
            <a:r>
              <a:t>判定：能指出类型 2 走会员价，以及多条价格按 id 升序只取最小一条。</a:t>
            </a:r>
          </a:p>
          <a:p>
            <a:r>
              <a:t>权衡：确认单和下单都会拿到新的单价和优惠额。优惠券列表也会走到这里，这次没有为它另写测试。</a:t>
            </a:r>
          </a:p>
          <a:p>
            <a:r>
              <a:t>本页按整图重画为流程图。整图 SDC/E6/outputs/E6-00/diagrams/e6-00.head.html，图稿源提交 abe34e5b88c37a4a01f327ec0ee0c4f42ae0baf0，本地 e6-00-e6-00.head.png。图内标注的代码修订是 a1e6679f72e7482533f76ed9cf79b0027bb05f8d。改前整图是同目录 e6-00.base.html，本地 e6-00-e6-00.base.png。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定义：扩展题在锁定和扣减之后各查一次。可售库存严格小于阈值才记一条警告。</a:t>
            </a:r>
          </a:p>
          <a:p>
            <a:r>
              <a:t>代价：把库存预警当成每个人的题目，就盖过了本人在 E5 已经选过的需求。</a:t>
            </a:r>
          </a:p>
          <a:p>
            <a:r>
              <a:t>判定：问第 274 行返回的是不是更新行数，接口和库存 SQL 有没有改。</a:t>
            </a:r>
          </a:p>
          <a:p>
            <a:r>
              <a:t>权衡：改后代码 4a5f25b9d01ec5582da8ef95065f1dd4c37e136d。对照在 ed7b338206fd09319efd04d844222f88f17cd4a0：4 项里改前失败 3 项，改后失败 0 项，结论符合。</a:t>
            </a:r>
          </a:p>
          <a:p>
            <a:r>
              <a:t>本页按整图重画为流程图。整图 SDC/E6/outputs/E6-07/diagrams/e6-07.head.html，图稿与对照提交 ed7b338206fd09319efd04d844222f88f17cd4a0，本地 e6-07-e6-07.head.png。改前整图 e6-07.base.html，本地 e6-07-e6-07.base.png。失败的是日志条数，期望 1 实际 0，行号 60、99、148。调用在第 170–172 行和第 271–273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定义：第一步把一句话需求写成用户故事、规则、边界、非功能需求，以及已经问清的歧义。</a:t>
            </a:r>
          </a:p>
          <a:p>
            <a:r>
              <a:t>代价：只留用户故事，边界要等实现时再猜，同一条需求会写出互相矛盾的测试。</a:t>
            </a:r>
          </a:p>
          <a:p>
            <a:r>
              <a:t>判定：问哪一条是原文就有的，哪一条是对照代码之后才写定的。</a:t>
            </a:r>
          </a:p>
          <a:p>
            <a:r>
              <a:t>权衡：教师示例里，多行会员价取 id 最小的一条，也是对照代码后写定的，不是故事原句。</a:t>
            </a:r>
          </a:p>
          <a:p>
            <a:r>
              <a:t>规格原文见 Issue #14“需求规格”。验收准则：类型 2、会员价 70.00 时单价 100.00、优惠额 30.00、文案会员价。红灯实际跑在 4a7f3d9002ffd5559e1e015f3a6b41a56603dcb1，记录保存在 6ae381b9702cc1f48b0d7a177b197c0eadc60f41。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定义：第二步先写会失败的规格测试。失败要落在新行为上，而不是落在构建或环境上。</a:t>
            </a:r>
          </a:p>
          <a:p>
            <a:r>
              <a:t>代价：看见红灯就改断言，测试会迁就还没实现的代码。</a:t>
            </a:r>
          </a:p>
          <a:p>
            <a:r>
              <a:t>判定：问 6 项失败期望的是会员价，还是连不上数据库。通过的 10 项守的是原有无优惠。</a:t>
            </a:r>
          </a:p>
          <a:p>
            <a:r>
              <a:t>权衡：对照把特征测试和规格测试放在一起跑，共 24 项，失败仍是那 6 项。跳过是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定义：第三步用 AI 辅助实现时，旧调用方的代码保持不动。兼容指的是调用不用改，不是结果一个数都不许变。</a:t>
            </a:r>
          </a:p>
          <a:p>
            <a:r>
              <a:t>代价：为了新字段去改控制器或服务接口，原来的调用就会编译失败。</a:t>
            </a:r>
          </a:p>
          <a:p>
            <a:r>
              <a:t>判定：问签名有没有变，以及类型 1 的单价和文案是不是还和改前一样。</a:t>
            </a:r>
          </a:p>
          <a:p>
            <a:r>
              <a:t>权衡：优惠券列表也会走到这次计算。教师示例没有为它另写测试，这是还没验证的范围。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定义：这一页和下一讲用的是同一份黄山版、同一份 Google Java Style，条款、URL 和核对日期相同。</a:t>
            </a:r>
          </a:p>
          <a:p>
            <a:r>
              <a:t>代价：把布尔属性的 is 前缀说成和缩进、行宽并列的另一条冲突，会让人以为 Google 规定了相反写法。</a:t>
            </a:r>
          </a:p>
          <a:p>
            <a:r>
              <a:t>判定：问 4 和 2、120 和 100 各出自哪一条。再问 Google 对 is 前缀是禁止、要求，还是没有对应规定。</a:t>
            </a:r>
          </a:p>
          <a:p>
            <a:r>
              <a:t>权衡：教师示例的新策略跟随所在文件的 4 个空格。金额比较用 compareTo，因为黄山版有这条，Google 没有对应条款。学生可另选和自己代码相关的正式条款，但要给出两套原文和采用理由。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定义：第五步用架构决策记录写下上下文、决定、被否决的做法和后果。</a:t>
            </a:r>
          </a:p>
          <a:p>
            <a:r>
              <a:t>代价：只写最后选了策略，不写否决了什么，别人无法判断这个决定是不是最小的。</a:t>
            </a:r>
          </a:p>
          <a:p>
            <a:r>
              <a:t>判定：问被否决的两种做法各多付出什么，以及决定带来的金额变化。</a:t>
            </a:r>
          </a:p>
          <a:p>
            <a:r>
              <a:t>权衡：提取方法更省行数。教师示例仍用策略，是为了让新增类型时选择逻辑本身不再改。代价是多一个接口和若干内部类。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定义：第六步说明证据到哪一层。替身能证明的写替身，没跑到的路径单独标成还没验证。</a:t>
            </a:r>
          </a:p>
          <a:p>
            <a:r>
              <a:t>代价：把源码推断写成已经在运行的门户上验证过，非功能这一档就没有对应的证据。</a:t>
            </a:r>
          </a:p>
          <a:p>
            <a:r>
              <a:t>判定：问哪几条是测试断言，哪几条只是顺着第 112、117、766 行推出来的。</a:t>
            </a:r>
          </a:p>
          <a:p>
            <a:r>
              <a:t>权衡：部分验证可以得分，前提是写明限制。数据库删除或分页若写进了效果，就要有集成证据。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定义：上次做的是分析，这次把同一条需求实现出来。另选可以，但要写理由。</a:t>
            </a:r>
          </a:p>
          <a:p>
            <a:r>
              <a:t>代价：换一条更短的需求又不说明理由，两次作业的证据就对不上同一个人的选择。</a:t>
            </a:r>
          </a:p>
          <a:p>
            <a:r>
              <a:t>判定：问这次实现的是不是上次分析的那一项。若不是，理由写在哪一段。</a:t>
            </a:r>
          </a:p>
          <a:p>
            <a:r>
              <a:t>权衡：同一段实现不能既拿重构实验的分，又拿这次实现的分。分析可以沿用，实现要新做。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定义：这些对不上本次细则里的证据，也是教师示例对照时已经标出的限度。</a:t>
            </a:r>
          </a:p>
          <a:p>
            <a:r>
              <a:t>代价：缺了前后结果、原文条款或未验证的范围，对应的那一档就没有证据。</a:t>
            </a:r>
          </a:p>
          <a:p>
            <a:r>
              <a:t>判定：红灯要能对上新行为。签名没变、相邻类型仍通过，才算调用兼容有证据。</a:t>
            </a:r>
          </a:p>
          <a:p>
            <a:r>
              <a:t>权衡：允许写“这里还没验证”。不允许把没跑过的确认单或下单写成已经跑过。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本节 10 分钟</a:t>
            </a:r>
          </a:p>
          <a:p>
            <a:r>
              <a:t>定义：讨论的是规格里哪些句子不是需求原文，而是追问或对照代码之后才定下来的。</a:t>
            </a:r>
          </a:p>
          <a:p>
            <a:r>
              <a:t>代价：把后来写定的边界说成需求本来就写了，就看不出追问改变了什么。</a:t>
            </a:r>
          </a:p>
          <a:p>
            <a:r>
              <a:t>判定：回答要举出一条原句里没有、对照调用后才写上的边界。</a:t>
            </a:r>
          </a:p>
          <a:p>
            <a:r>
              <a:t>权衡：课上先听学生举自己选的需求。教师示例用来对照，不代替学生的例子。</a:t>
            </a:r>
          </a:p>
          <a:p>
            <a:r>
              <a:t>参考要点：会员价挂在商品和等级上、不挂在 SKU 上，是对照调用后写定的；同一分组两个会员号不一致时整组不优惠且不查库，也是追问后写定的。</a:t>
            </a:r>
          </a:p>
          <a:p>
            <a:r>
              <a:t>依据：Issue #14 中「与代码核对后写定的边界」；教案第 12 次课讨论题。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定义：小结抽一个人讲：这次变更动了行为，但旧的调用代码没有改。</a:t>
            </a:r>
          </a:p>
          <a:p>
            <a:r>
              <a:t>代价：只说“接口没动”，不说明哪种输入的结果变了，兼容就成了一句空话。</a:t>
            </a:r>
          </a:p>
          <a:p>
            <a:r>
              <a:t>判定：要听到签名、没改的调用方，以及哪一类输入的结果允许变。</a:t>
            </a:r>
          </a:p>
          <a:p>
            <a:r>
              <a:t>权衡：结果变了不等于不兼容。不兼容是旧的调用方必须改代码才能编过或跑过。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定义：三栏是 30、30、40。讲清楚两项，有依据两项，验证过三项，都要有自己的证据。</a:t>
            </a:r>
          </a:p>
          <a:p>
            <a:r>
              <a:t>代价：缺了改前失败、相邻回归或未验证的限制，验证过这一栏就少对应的那一项。</a:t>
            </a:r>
          </a:p>
          <a:p>
            <a:r>
              <a:t>判定：讲清楚看规格和调用范围。有依据看落点和两套规范。验证过看前后结果和证据层次。</a:t>
            </a:r>
          </a:p>
          <a:p>
            <a:r>
              <a:t>权衡：示例材料的对照结论符合，只说明那一份参考实现的记录齐。你的作业分看你自己的证据。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定义：提交是一页说明加不超过 2 分钟的本人录屏，然后再做 3 份同次作业的互评。</a:t>
            </a:r>
          </a:p>
          <a:p>
            <a:r>
              <a:t>代价：超时未交，或互评不足 3 份，过程记录就不完整。</a:t>
            </a:r>
          </a:p>
          <a:p>
            <a:r>
              <a:t>判定：说明按五问组织。录屏里要能看到失败测试、实现之后的通过，以及调用没有改。</a:t>
            </a:r>
          </a:p>
          <a:p>
            <a:r>
              <a:t>权衡：参考实现可以看，不能代替本人的选择、执行和证据。互评看的是同一次作业。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12 次课｜规格驱动的需求变更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E5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需求、范围与不改边界10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入口→接口→服务→存储／调用方的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改动与不改动清单20（附 文件:行号与理由）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落点选择与被排除方案15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兼容性、数据与失败风险及其触发顺序15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沿源码、调用关系与受控测试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或运行核实关键影响判断20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把需求与风险逐条映射为测试输入、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期望结果与测试层次20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下列哪一项属于非功能需求？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014472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（A）用户可以按名称查询商品； （B）订单状态包含已支付； （C）商品可以下架； （D）查询响应时间不超过 500 毫秒。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4456176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预习题回顾与易混点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 选 C。性能、安全、可用性、可维护性。易混：功能清单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2 错误。提交说明要写为什么改。易混：只列改了哪些文件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302812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 选 D。现有调用方不用改仍能调用。易混：只保持接口名称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 选 A。类名用名词，方法名用动词。易混：两者都用名词</a:t>
            </a:r>
          </a:p>
        </p:txBody>
      </p:sp>
      <p:sp>
        <p:nvSpPr>
          <p:cNvPr id="7" name="fig"/>
          <p:cNvSpPr/>
          <p:nvPr/>
        </p:nvSpPr>
        <p:spPr>
          <a:xfrm>
            <a:off x="164592" y="5032857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 正确。按团队约定执行，并写明取舍。易混：两套各写各的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教师示例是 E6-00，Issue #14，购物车按会员等级计价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学生沿用本人在 E5 已经选过的那一项需求来实现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把模糊需求写成可核对的规格，再实现，并保持原来的调用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不要求编造有缺陷的初版。必须实际实现新需求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声称的数据库删除、分页等效果，须有集成证据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E6-00：会员价先红后绿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#14 的教师示例／参考实现。类型 2 期望会员价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对照改前 fail、改后 pass，结论符合。24 项里失败 6 项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95681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fx.​member(​MEMBER_ID,​ LEVEL_ID);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fx.​prices(​price(​PRODUCT_ID,​ LEVEL_ID,​ "70.​00"));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fx.​product(​PRODUCT_ID,​ 2);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List&lt;CartPromotionItem&gt; ​result ​= ​fx.​calc(​line(​PRODUCT_ID,​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SKU_A,​ MEMBER_ID,​ 1));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assertItems(​result,​ "100.​00|30.​00|会员价|7");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80974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mall-portal/​src/​test/​java/​com/​macro/​mall/​sdc/​e6/​SDCE600MemberPriceTest.java:​52-56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第 66 行登记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66 行把会员价策略登记在兜底策略之前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公开方法仍是 calcCartPromotion，接口第 17 行没改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57 行起按 supports 挑选，不为类型 2 再写分支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140817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List&lt;PromotionApplier&gt; ​appliers(​)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Arrays.​asList(​new SingleApplier(​),​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new MemberPriceApplier(​),​ new LadderApplier(​),​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new FullApplier(​),​ new NoneApplier(​));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82803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mall-portal/​src/​main/​java/​com/​macro/​mall/​portal/​service/​impl/​OmsPromotionServiceImpl.java:​65-66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改后怎么调用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购物车列表进入计算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 2 交给会员价策略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 id 升序取最小一条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单价和优惠额交给下单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候选靶点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#26，只改订单服务实现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锁定库存之后调用 warnSku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扣减库存之后再调用一次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274 行仍返回原来的行数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步骤① 规格包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用户故事：作为已登录会员，我希望购物车里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设置了会员价的商品按我的等级显示优惠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7790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规则：只对类型 2 生效；会员价不低于 SKU 原价时不优惠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302812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边界：会员不存在、等级为空、查无会员价，整组无优惠，不抛异常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非功能：公开方法仍只有 calcCartPromotion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每个商品分组至多查一次会员、一次会员价</a:t>
            </a:r>
          </a:p>
        </p:txBody>
      </p:sp>
      <p:sp>
        <p:nvSpPr>
          <p:cNvPr id="7" name="fig"/>
          <p:cNvSpPr/>
          <p:nvPr/>
        </p:nvSpPr>
        <p:spPr>
          <a:xfrm>
            <a:off x="164592" y="5032857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已澄清的歧义：多条会员价取 id 最小一条，是对照代码后写定的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步骤② 先写失败测试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同一组规格测试，未实现时不满足，实现后通过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红灯是期望会员价，实际仍是 95.00 和无优惠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那次运行 16 项里 6 项失败、10 项通过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失败原因不是编译错误，也不是环境错误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 8 项在重构前后都保持通过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步骤③ 旧调用方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用AI辅助实现并提交可评审的变更，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保持旧调用方无需修改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2437790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接口签名仍是 calcCartPromotion，参数和返回值都没改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购物车列表、优惠券列表、确认单、下单都不用改调用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行为变化只发生在类型 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以前是无优惠，现在可能改单价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 1、3、4 和未知类型保持原结果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步骤④ 编码规范对照操作卡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明确冲突只列缩进 4/2、行宽 120/100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https://google.github.io/styleguide/javaguide.html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缩进 4 与 2。黄山版：（三）代码格式第5条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Google 4.2。https://github.com/alibaba/p3c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行宽 120 与 100。黄山版：（三）代码格式第8条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Google Java Style 第 4.4 节是 100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阿里巴巴明确禁止 POJO 布尔属性加 is 前缀，Google 未作对应规定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两套原文依据。黄山版：（一）命名风格第9条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核对日期：2026.10.10。T7 将系统展开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写架构决策记录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上下文：基线里类型 2 走无优惠，结果文案是无优惠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决定：新策略在第 66 行登记，排在兜底策略之前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否决在循环里逐条查会员：会超过每组各查一次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否决把会员价折进查询 SQL：替身和语句都要改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后果：调度循环不改；确认单和下单金额会变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步骤⑥ 部分验证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直接跑过的是 Mock：不连数据库，也不走 HTTP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规格测试和特征测试都在替身里，跳过是 0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确认单应付、下单写入、优惠券列表只按源码推断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只用 Mock 的部分标为部分验证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每组各查一次有交互断言；库里的真实排序没验证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沿用本人选题：另选须说明理由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另选须说明理由。原则上实现本人在 E5 所选的需求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扩展题 E6-07 演示的是库存预警这一条需求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库存预警不是全体学生都要做的统一题目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不得用同一实现重复领取 E2/E4 或 E3/E6 成绩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换题要在说明里写清为什么不沿用上次的选择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把编译失败或连不上数据库写成规格没有实现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规格只有故事，没有规则、边界和已经问清的歧义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规范只写听谁的，不写同一处代码差在哪、原文是哪一条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只用替身，却不写哪些判断还没有在集成环境里做过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改了原来的方法签名，或没有回归相邻类型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需求中哪些内容是靠追问才明确的？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先分开：故事原句里就有的，和对照代码之后才写定的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会员价挂在商品和等级上，不挂在 SKU 上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同一分组两个会员号不一致时，整组不优惠且不查库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抽一人讲兼容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1 人，用自己的变更讲调用方为什么不用改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教师示例的签名仍是一个列表进、一个列表出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 2 的单价和优惠额会变，这是需求要的变化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 1、3、4 的结果保持，证据是原来的特征测试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用户故事、规则、边界、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非功能需求与已澄清的歧义15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实际改动、调用与数据流及兼容范围15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职责落点与类型、数据、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接口契约的取舍15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两套编码规范对同一处代码的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区别与采用理由15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新规格未实现时不满足、实现后通过15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旧调用及边界与副作用回归15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非功能要求的证据层次与未验证的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限制10（仅用Mock时标为部分验证）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录屏由本人讲解，并展示本实验的规格、失败测试和回归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说明里写本人的选择、本人的执行和本人的证据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教师示例是参考实现，不能代替你自己的变更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