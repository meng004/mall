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handoutMasters/handoutMaster1.xml" ContentType="application/vnd.openxmlformats-officedocument.presentationml.handoutMaster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ags/tag7.xml" ContentType="application/vnd.openxmlformats-officedocument.presentationml.tag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officeDocument/2006/relationships/extended-properties" Target="docProps/app.xml"/><Relationship Id="rId3" Type="http://schemas.openxmlformats.org/package/2006/relationships/metadata/core-properties" Target="docProps/core.xml"/><Relationship Id="rId4" Type="http://schemas.openxmlformats.org/package/2006/relationships/metadata/thumbnail" Target="docProps/thumbnail.jpeg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>
  <p:sldMasterIdLst>
    <p:sldMasterId id="2147483648" r:id="rId1"/>
  </p:sldMasterIdLst>
  <p:notesMasterIdLst>
    <p:notesMasterId r:id="rId4"/>
  </p:notesMasterIdLst>
  <p:handoutMasterIdLst>
    <p:handoutMasterId r:id="rId48"/>
  </p:handoutMasterIdLst>
  <p:sldIdLst>
    <p:sldId id="256" r:id="rId9"/>
    <p:sldId id="257" r:id="rId10"/>
    <p:sldId id="258" r:id="rId11"/>
    <p:sldId id="259" r:id="rId12"/>
    <p:sldId id="260" r:id="rId13"/>
    <p:sldId id="261" r:id="rId14"/>
    <p:sldId id="262" r:id="rId15"/>
    <p:sldId id="263" r:id="rId16"/>
    <p:sldId id="264" r:id="rId17"/>
    <p:sldId id="265" r:id="rId18"/>
    <p:sldId id="266" r:id="rId19"/>
    <p:sldId id="267" r:id="rId20"/>
    <p:sldId id="268" r:id="rId21"/>
    <p:sldId id="269" r:id="rId22"/>
    <p:sldId id="270" r:id="rId23"/>
    <p:sldId id="271" r:id="rId24"/>
    <p:sldId id="272" r:id="rId25"/>
    <p:sldId id="273" r:id="rId26"/>
    <p:sldId id="274" r:id="rId27"/>
    <p:sldId id="275" r:id="rId28"/>
    <p:sldId id="276" r:id="rId29"/>
  </p:sldIdLst>
  <p:sldSz cx="9144000" cy="6858000" type="screen4x3"/>
  <p:notesSz cx="6760845" cy="9931400"/>
  <p:custDataLst>
    <p:tags r:id="rId52"/>
  </p:custDataLst>
  <p:defaultTextStyle>
    <a:defPPr>
      <a:defRPr lang="en-US"/>
    </a:defPPr>
    <a:lvl1pPr algn="l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Arial" panose="020B0604020202020204" pitchFamily="34" charset="0"/>
        <a:ea typeface="宋体" panose="02010600030101010101" pitchFamily="2" charset="-122"/>
        <a:cs typeface="+mn-cs"/>
      </a:defRPr>
    </a:lvl1pPr>
    <a:lvl2pPr marL="457200" algn="l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Arial" panose="020B0604020202020204" pitchFamily="34" charset="0"/>
        <a:ea typeface="宋体" panose="02010600030101010101" pitchFamily="2" charset="-122"/>
        <a:cs typeface="+mn-cs"/>
      </a:defRPr>
    </a:lvl2pPr>
    <a:lvl3pPr marL="914400" algn="l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Arial" panose="020B0604020202020204" pitchFamily="34" charset="0"/>
        <a:ea typeface="宋体" panose="02010600030101010101" pitchFamily="2" charset="-122"/>
        <a:cs typeface="+mn-cs"/>
      </a:defRPr>
    </a:lvl3pPr>
    <a:lvl4pPr marL="1371600" algn="l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Arial" panose="020B0604020202020204" pitchFamily="34" charset="0"/>
        <a:ea typeface="宋体" panose="02010600030101010101" pitchFamily="2" charset="-122"/>
        <a:cs typeface="+mn-cs"/>
      </a:defRPr>
    </a:lvl4pPr>
    <a:lvl5pPr marL="1828800" algn="l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Arial" panose="020B0604020202020204" pitchFamily="34" charset="0"/>
        <a:ea typeface="宋体" panose="02010600030101010101" pitchFamily="2" charset="-122"/>
        <a:cs typeface="+mn-cs"/>
      </a:defRPr>
    </a:lvl5pPr>
    <a:lvl6pPr marL="2286000" algn="l" defTabSz="914400" rtl="0" eaLnBrk="1" latinLnBrk="0" hangingPunct="1">
      <a:defRPr kern="1200">
        <a:solidFill>
          <a:schemeClr val="tx1"/>
        </a:solidFill>
        <a:latin typeface="Arial" panose="020B0604020202020204" pitchFamily="34" charset="0"/>
        <a:ea typeface="宋体" panose="02010600030101010101" pitchFamily="2" charset="-122"/>
        <a:cs typeface="+mn-cs"/>
      </a:defRPr>
    </a:lvl6pPr>
    <a:lvl7pPr marL="2743200" algn="l" defTabSz="914400" rtl="0" eaLnBrk="1" latinLnBrk="0" hangingPunct="1">
      <a:defRPr kern="1200">
        <a:solidFill>
          <a:schemeClr val="tx1"/>
        </a:solidFill>
        <a:latin typeface="Arial" panose="020B0604020202020204" pitchFamily="34" charset="0"/>
        <a:ea typeface="宋体" panose="02010600030101010101" pitchFamily="2" charset="-122"/>
        <a:cs typeface="+mn-cs"/>
      </a:defRPr>
    </a:lvl7pPr>
    <a:lvl8pPr marL="3200400" algn="l" defTabSz="914400" rtl="0" eaLnBrk="1" latinLnBrk="0" hangingPunct="1">
      <a:defRPr kern="1200">
        <a:solidFill>
          <a:schemeClr val="tx1"/>
        </a:solidFill>
        <a:latin typeface="Arial" panose="020B0604020202020204" pitchFamily="34" charset="0"/>
        <a:ea typeface="宋体" panose="02010600030101010101" pitchFamily="2" charset="-122"/>
        <a:cs typeface="+mn-cs"/>
      </a:defRPr>
    </a:lvl8pPr>
    <a:lvl9pPr marL="3657600" algn="l" defTabSz="914400" rtl="0" eaLnBrk="1" latinLnBrk="0" hangingPunct="1">
      <a:defRPr kern="1200">
        <a:solidFill>
          <a:schemeClr val="tx1"/>
        </a:solidFill>
        <a:latin typeface="Arial" panose="020B0604020202020204" pitchFamily="34" charset="0"/>
        <a:ea typeface="宋体" panose="02010600030101010101" pitchFamily="2" charset="-122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2882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4D4D4D"/>
    <a:srgbClr val="FF3300"/>
    <a:srgbClr val="CC0000"/>
    <a:srgbClr val="FFFFCC"/>
    <a:srgbClr val="FFCCFF"/>
    <a:srgbClr val="FFFFFF"/>
    <a:srgbClr val="3399FF"/>
    <a:srgbClr val="33CC33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21173" autoAdjust="0"/>
    <p:restoredTop sz="86423" autoAdjust="0"/>
  </p:normalViewPr>
  <p:slideViewPr>
    <p:cSldViewPr showGuides="1">
      <p:cViewPr varScale="1">
        <p:scale>
          <a:sx n="93" d="100"/>
          <a:sy n="93" d="100"/>
        </p:scale>
        <p:origin x="812" y="64"/>
      </p:cViewPr>
      <p:guideLst>
        <p:guide orient="horz" pos="2160"/>
        <p:guide pos="2882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33" d="100"/>
        <a:sy n="33" d="100"/>
      </p:scale>
      <p:origin x="0" y="0"/>
    </p:cViewPr>
  </p:sorterViewPr>
  <p:notesViewPr>
    <p:cSldViewPr>
      <p:cViewPr>
        <p:scale>
          <a:sx n="100" d="100"/>
          <a:sy n="100" d="100"/>
        </p:scale>
        <p:origin x="1662" y="-1344"/>
      </p:cViewPr>
      <p:guideLst>
        <p:guide orient="horz" pos="3129"/>
        <p:guide pos="2130"/>
      </p:guideLst>
    </p:cSldViewPr>
  </p:notes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theme" Target="theme/theme1.xml"/><Relationship Id="rId4" Type="http://schemas.openxmlformats.org/officeDocument/2006/relationships/notesMaster" Target="notesMasters/notesMaster1.xml"/><Relationship Id="rId9" Type="http://schemas.openxmlformats.org/officeDocument/2006/relationships/slide" Target="slides/slide1.xml"/><Relationship Id="rId10" Type="http://schemas.openxmlformats.org/officeDocument/2006/relationships/slide" Target="slides/slide2.xml"/><Relationship Id="rId11" Type="http://schemas.openxmlformats.org/officeDocument/2006/relationships/slide" Target="slides/slide3.xml"/><Relationship Id="rId12" Type="http://schemas.openxmlformats.org/officeDocument/2006/relationships/slide" Target="slides/slide4.xml"/><Relationship Id="rId13" Type="http://schemas.openxmlformats.org/officeDocument/2006/relationships/slide" Target="slides/slide5.xml"/><Relationship Id="rId14" Type="http://schemas.openxmlformats.org/officeDocument/2006/relationships/slide" Target="slides/slide6.xml"/><Relationship Id="rId15" Type="http://schemas.openxmlformats.org/officeDocument/2006/relationships/slide" Target="slides/slide7.xml"/><Relationship Id="rId16" Type="http://schemas.openxmlformats.org/officeDocument/2006/relationships/slide" Target="slides/slide8.xml"/><Relationship Id="rId17" Type="http://schemas.openxmlformats.org/officeDocument/2006/relationships/slide" Target="slides/slide9.xml"/><Relationship Id="rId18" Type="http://schemas.openxmlformats.org/officeDocument/2006/relationships/slide" Target="slides/slide10.xml"/><Relationship Id="rId19" Type="http://schemas.openxmlformats.org/officeDocument/2006/relationships/slide" Target="slides/slide11.xml"/><Relationship Id="rId20" Type="http://schemas.openxmlformats.org/officeDocument/2006/relationships/slide" Target="slides/slide12.xml"/><Relationship Id="rId21" Type="http://schemas.openxmlformats.org/officeDocument/2006/relationships/slide" Target="slides/slide13.xml"/><Relationship Id="rId22" Type="http://schemas.openxmlformats.org/officeDocument/2006/relationships/slide" Target="slides/slide14.xml"/><Relationship Id="rId23" Type="http://schemas.openxmlformats.org/officeDocument/2006/relationships/slide" Target="slides/slide15.xml"/><Relationship Id="rId24" Type="http://schemas.openxmlformats.org/officeDocument/2006/relationships/slide" Target="slides/slide16.xml"/><Relationship Id="rId25" Type="http://schemas.openxmlformats.org/officeDocument/2006/relationships/slide" Target="slides/slide17.xml"/><Relationship Id="rId26" Type="http://schemas.openxmlformats.org/officeDocument/2006/relationships/slide" Target="slides/slide18.xml"/><Relationship Id="rId27" Type="http://schemas.openxmlformats.org/officeDocument/2006/relationships/slide" Target="slides/slide19.xml"/><Relationship Id="rId28" Type="http://schemas.openxmlformats.org/officeDocument/2006/relationships/slide" Target="slides/slide20.xml"/><Relationship Id="rId29" Type="http://schemas.openxmlformats.org/officeDocument/2006/relationships/slide" Target="slides/slide21.xml"/><Relationship Id="rId48" Type="http://schemas.openxmlformats.org/officeDocument/2006/relationships/handoutMaster" Target="handoutMasters/handoutMaster1.xml"/><Relationship Id="rId49" Type="http://schemas.openxmlformats.org/officeDocument/2006/relationships/presProps" Target="presProps.xml"/><Relationship Id="rId50" Type="http://schemas.openxmlformats.org/officeDocument/2006/relationships/viewProps" Target="viewProps.xml"/><Relationship Id="rId51" Type="http://schemas.openxmlformats.org/officeDocument/2006/relationships/tableStyles" Target="tableStyles.xml"/><Relationship Id="rId52" Type="http://schemas.openxmlformats.org/officeDocument/2006/relationships/tags" Target="tags/tag7.xml"/></Relationships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2034" name="Rectangle 2"/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0"/>
            <a:ext cx="2897188" cy="52228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101137" tIns="50568" rIns="101137" bIns="50568" numCol="1" anchor="t" anchorCtr="0" compatLnSpc="1"/>
          <a:lstStyle>
            <a:lvl1pPr defTabSz="1011555" eaLnBrk="1" hangingPunct="1">
              <a:defRPr sz="1300" smtClean="0">
                <a:latin typeface="Times New Roman" panose="02020603050405020304" pitchFamily="18" charset="0"/>
              </a:defRPr>
            </a:lvl1pPr>
          </a:lstStyle>
          <a:p>
            <a:pPr>
              <a:defRPr/>
            </a:pPr>
            <a:endParaRPr lang="zh-CN" altLang="en-US"/>
          </a:p>
        </p:txBody>
      </p:sp>
      <p:sp>
        <p:nvSpPr>
          <p:cNvPr id="172035" name="Rectangle 3"/>
          <p:cNvSpPr>
            <a:spLocks noGrp="1" noChangeArrowheads="1"/>
          </p:cNvSpPr>
          <p:nvPr>
            <p:ph type="dt" sz="quarter" idx="1"/>
          </p:nvPr>
        </p:nvSpPr>
        <p:spPr bwMode="auto">
          <a:xfrm>
            <a:off x="3863975" y="0"/>
            <a:ext cx="2897188" cy="52228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101137" tIns="50568" rIns="101137" bIns="50568" numCol="1" anchor="t" anchorCtr="0" compatLnSpc="1"/>
          <a:lstStyle>
            <a:lvl1pPr algn="r" defTabSz="1011555" eaLnBrk="1" hangingPunct="1">
              <a:defRPr sz="1300" smtClean="0">
                <a:latin typeface="Times New Roman" panose="02020603050405020304" pitchFamily="18" charset="0"/>
              </a:defRPr>
            </a:lvl1pPr>
          </a:lstStyle>
          <a:p>
            <a:pPr>
              <a:defRPr/>
            </a:pPr>
            <a:endParaRPr lang="en-US" altLang="zh-CN"/>
          </a:p>
        </p:txBody>
      </p:sp>
      <p:sp>
        <p:nvSpPr>
          <p:cNvPr id="172036" name="Rectangle 4"/>
          <p:cNvSpPr>
            <a:spLocks noGrp="1" noChangeArrowheads="1"/>
          </p:cNvSpPr>
          <p:nvPr>
            <p:ph type="ftr" sz="quarter" idx="2"/>
          </p:nvPr>
        </p:nvSpPr>
        <p:spPr bwMode="auto">
          <a:xfrm>
            <a:off x="0" y="9409113"/>
            <a:ext cx="2897188" cy="52228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101137" tIns="50568" rIns="101137" bIns="50568" numCol="1" anchor="b" anchorCtr="0" compatLnSpc="1"/>
          <a:lstStyle>
            <a:lvl1pPr defTabSz="1011555" eaLnBrk="1" hangingPunct="1">
              <a:defRPr sz="1300" smtClean="0">
                <a:latin typeface="Times New Roman" panose="02020603050405020304" pitchFamily="18" charset="0"/>
              </a:defRPr>
            </a:lvl1pPr>
          </a:lstStyle>
          <a:p>
            <a:pPr>
              <a:defRPr/>
            </a:pPr>
            <a:endParaRPr lang="en-US" altLang="zh-CN"/>
          </a:p>
        </p:txBody>
      </p:sp>
      <p:sp>
        <p:nvSpPr>
          <p:cNvPr id="172037" name="Rectangle 5"/>
          <p:cNvSpPr>
            <a:spLocks noGrp="1" noChangeArrowheads="1"/>
          </p:cNvSpPr>
          <p:nvPr>
            <p:ph type="sldNum" sz="quarter" idx="3"/>
          </p:nvPr>
        </p:nvSpPr>
        <p:spPr bwMode="auto">
          <a:xfrm>
            <a:off x="3863975" y="9409113"/>
            <a:ext cx="2897188" cy="52228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101137" tIns="50568" rIns="101137" bIns="50568" numCol="1" anchor="b" anchorCtr="0" compatLnSpc="1"/>
          <a:lstStyle>
            <a:lvl1pPr algn="r" defTabSz="1011555" eaLnBrk="1" hangingPunct="1">
              <a:defRPr sz="1300" smtClean="0">
                <a:latin typeface="Times New Roman" panose="02020603050405020304" pitchFamily="18" charset="0"/>
              </a:defRPr>
            </a:lvl1pPr>
          </a:lstStyle>
          <a:p>
            <a:pPr>
              <a:defRPr/>
            </a:pPr>
            <a:fld id="{F9BFF2AA-1B51-48D4-AF79-5A13FE5BDCE2}" type="slidenum">
              <a:rPr lang="zh-CN" altLang="en-US"/>
            </a:fld>
            <a:endParaRPr lang="en-US" altLang="zh-CN"/>
          </a:p>
        </p:txBody>
      </p:sp>
    </p:spTree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18" name="Rectangle 2"/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0"/>
            <a:ext cx="2930525" cy="498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5352" tIns="47677" rIns="95352" bIns="47677" numCol="1" anchor="t" anchorCtr="0" compatLnSpc="1"/>
          <a:lstStyle>
            <a:lvl1pPr defTabSz="954405" eaLnBrk="1" hangingPunct="1">
              <a:defRPr sz="1200" smtClean="0"/>
            </a:lvl1pPr>
          </a:lstStyle>
          <a:p>
            <a:pPr>
              <a:defRPr/>
            </a:pPr>
            <a:endParaRPr lang="zh-CN" altLang="en-US"/>
          </a:p>
        </p:txBody>
      </p:sp>
      <p:sp>
        <p:nvSpPr>
          <p:cNvPr id="9219" name="Rectangle 3"/>
          <p:cNvSpPr>
            <a:spLocks noGrp="1" noChangeArrowheads="1"/>
          </p:cNvSpPr>
          <p:nvPr>
            <p:ph type="dt" idx="1"/>
          </p:nvPr>
        </p:nvSpPr>
        <p:spPr bwMode="auto">
          <a:xfrm>
            <a:off x="3827463" y="0"/>
            <a:ext cx="2932112" cy="498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5352" tIns="47677" rIns="95352" bIns="47677" numCol="1" anchor="t" anchorCtr="0" compatLnSpc="1"/>
          <a:lstStyle>
            <a:lvl1pPr algn="r" defTabSz="954405" eaLnBrk="1" hangingPunct="1">
              <a:defRPr sz="1200" smtClean="0"/>
            </a:lvl1pPr>
          </a:lstStyle>
          <a:p>
            <a:pPr>
              <a:defRPr/>
            </a:pPr>
            <a:endParaRPr lang="en-US" altLang="zh-CN"/>
          </a:p>
        </p:txBody>
      </p:sp>
      <p:sp>
        <p:nvSpPr>
          <p:cNvPr id="3076" name="Rectangle 4"/>
          <p:cNvSpPr>
            <a:spLocks noGrp="1" noRot="1" noChangeAspect="1" noChangeArrowheads="1" noTextEdit="1"/>
          </p:cNvSpPr>
          <p:nvPr>
            <p:ph type="sldImg" idx="2"/>
          </p:nvPr>
        </p:nvSpPr>
        <p:spPr bwMode="auto">
          <a:xfrm>
            <a:off x="898525" y="744538"/>
            <a:ext cx="4967288" cy="3725862"/>
          </a:xfrm>
          <a:prstGeom prst="rect">
            <a:avLst/>
          </a:prstGeom>
          <a:noFill/>
          <a:ln w="9525">
            <a:solidFill>
              <a:srgbClr val="000000"/>
            </a:solidFill>
            <a:miter lim="800000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</p:sp>
      <p:sp>
        <p:nvSpPr>
          <p:cNvPr id="9221" name="Rectangle 5"/>
          <p:cNvSpPr>
            <a:spLocks noGrp="1" noChangeArrowheads="1"/>
          </p:cNvSpPr>
          <p:nvPr>
            <p:ph type="body" sz="quarter" idx="3"/>
          </p:nvPr>
        </p:nvSpPr>
        <p:spPr bwMode="auto">
          <a:xfrm>
            <a:off x="674688" y="4719638"/>
            <a:ext cx="5411787" cy="446722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5352" tIns="47677" rIns="95352" bIns="47677" numCol="1" anchor="t" anchorCtr="0" compatLnSpc="1"/>
          <a:lstStyle/>
          <a:p>
            <a:pPr lvl="0"/>
            <a:r>
              <a:rPr lang="en-US" altLang="zh-CN" noProof="0"/>
              <a:t>Click to edit Master text styles</a:t>
            </a:r>
            <a:endParaRPr lang="en-US" altLang="zh-CN" noProof="0"/>
          </a:p>
          <a:p>
            <a:pPr lvl="1"/>
            <a:r>
              <a:rPr lang="en-US" altLang="zh-CN" noProof="0"/>
              <a:t>Second level</a:t>
            </a:r>
            <a:endParaRPr lang="en-US" altLang="zh-CN" noProof="0"/>
          </a:p>
          <a:p>
            <a:pPr lvl="2"/>
            <a:r>
              <a:rPr lang="en-US" altLang="zh-CN" noProof="0"/>
              <a:t>Third level</a:t>
            </a:r>
            <a:endParaRPr lang="en-US" altLang="zh-CN" noProof="0"/>
          </a:p>
          <a:p>
            <a:pPr lvl="3"/>
            <a:r>
              <a:rPr lang="en-US" altLang="zh-CN" noProof="0"/>
              <a:t>Fourth level</a:t>
            </a:r>
            <a:endParaRPr lang="en-US" altLang="zh-CN" noProof="0"/>
          </a:p>
          <a:p>
            <a:pPr lvl="4"/>
            <a:r>
              <a:rPr lang="en-US" altLang="zh-CN" noProof="0"/>
              <a:t>Fifth level</a:t>
            </a:r>
            <a:endParaRPr lang="en-US" altLang="zh-CN" noProof="0"/>
          </a:p>
        </p:txBody>
      </p:sp>
      <p:sp>
        <p:nvSpPr>
          <p:cNvPr id="9222" name="Rectangle 6"/>
          <p:cNvSpPr>
            <a:spLocks noGrp="1" noChangeArrowheads="1"/>
          </p:cNvSpPr>
          <p:nvPr>
            <p:ph type="ftr" sz="quarter" idx="4"/>
          </p:nvPr>
        </p:nvSpPr>
        <p:spPr bwMode="auto">
          <a:xfrm>
            <a:off x="0" y="9431338"/>
            <a:ext cx="2930525" cy="498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5352" tIns="47677" rIns="95352" bIns="47677" numCol="1" anchor="b" anchorCtr="0" compatLnSpc="1"/>
          <a:lstStyle>
            <a:lvl1pPr defTabSz="954405" eaLnBrk="1" hangingPunct="1">
              <a:defRPr sz="1200" smtClean="0"/>
            </a:lvl1pPr>
          </a:lstStyle>
          <a:p>
            <a:pPr>
              <a:defRPr/>
            </a:pPr>
            <a:endParaRPr lang="en-US" altLang="zh-CN"/>
          </a:p>
        </p:txBody>
      </p:sp>
      <p:sp>
        <p:nvSpPr>
          <p:cNvPr id="9223" name="Rectangle 7"/>
          <p:cNvSpPr>
            <a:spLocks noGrp="1" noChangeArrowheads="1"/>
          </p:cNvSpPr>
          <p:nvPr>
            <p:ph type="sldNum" sz="quarter" idx="5"/>
          </p:nvPr>
        </p:nvSpPr>
        <p:spPr bwMode="auto">
          <a:xfrm>
            <a:off x="3827463" y="9431338"/>
            <a:ext cx="2932112" cy="498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5352" tIns="47677" rIns="95352" bIns="47677" numCol="1" anchor="b" anchorCtr="0" compatLnSpc="1"/>
          <a:lstStyle>
            <a:lvl1pPr algn="r" defTabSz="954405" eaLnBrk="1" hangingPunct="1">
              <a:defRPr sz="1200" smtClean="0"/>
            </a:lvl1pPr>
          </a:lstStyle>
          <a:p>
            <a:pPr>
              <a:defRPr/>
            </a:pPr>
            <a:fld id="{BF21029A-2C2D-4ABF-B6A0-347AF3B9548E}" type="slidenum">
              <a:rPr lang="zh-CN" altLang="en-US"/>
            </a:fld>
            <a:endParaRPr lang="en-US" altLang="zh-CN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Arial" panose="020B0604020202020204" pitchFamily="34" charset="0"/>
        <a:ea typeface="宋体" panose="02010600030101010101" pitchFamily="2" charset="-122"/>
        <a:cs typeface="+mn-cs"/>
      </a:defRPr>
    </a:lvl1pPr>
    <a:lvl2pPr marL="4572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Arial" panose="020B0604020202020204" pitchFamily="34" charset="0"/>
        <a:ea typeface="宋体" panose="02010600030101010101" pitchFamily="2" charset="-122"/>
        <a:cs typeface="+mn-cs"/>
      </a:defRPr>
    </a:lvl2pPr>
    <a:lvl3pPr marL="9144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Arial" panose="020B0604020202020204" pitchFamily="34" charset="0"/>
        <a:ea typeface="宋体" panose="02010600030101010101" pitchFamily="2" charset="-122"/>
        <a:cs typeface="+mn-cs"/>
      </a:defRPr>
    </a:lvl3pPr>
    <a:lvl4pPr marL="13716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Arial" panose="020B0604020202020204" pitchFamily="34" charset="0"/>
        <a:ea typeface="宋体" panose="02010600030101010101" pitchFamily="2" charset="-122"/>
        <a:cs typeface="+mn-cs"/>
      </a:defRPr>
    </a:lvl4pPr>
    <a:lvl5pPr marL="18288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Arial" panose="020B0604020202020204" pitchFamily="34" charset="0"/>
        <a:ea typeface="宋体" panose="02010600030101010101" pitchFamily="2" charset="-122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节：开发环境</a:t>
            </a:r>
          </a:p>
          <a:p>
            <a:r>
              <a:t>本节 10 分钟</a:t>
            </a:r>
          </a:p>
          <a:p>
            <a:r>
              <a:t>定义：这次实验把 mall 在给定环境里跑起来，并读懂主体结构。</a:t>
            </a:r>
          </a:p>
          <a:p>
            <a:r>
              <a:t>代价：环境没分清角色，后面会把模型的话当成运行结果。</a:t>
            </a:r>
          </a:p>
          <a:p>
            <a:r>
              <a:t>判定：开场先点明这是第 2 次课，做开发环境与棕地仓库导读。</a:t>
            </a:r>
          </a:p>
          <a:p>
            <a:r>
              <a:t>权衡：三个班时间不同，口头交代，课上只强调课次和实验名。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节：开发环境</a:t>
            </a:r>
          </a:p>
          <a:p>
            <a:r>
              <a:t>时长见本节首页（本节 10 分钟）</a:t>
            </a:r>
          </a:p>
          <a:p>
            <a:r>
              <a:t>定义：IDEA 负责编码、构建、运行调试与调用分析；Qoder CN 在 IDE 里起草修改与测试。</a:t>
            </a:r>
          </a:p>
          <a:p>
            <a:r>
              <a:t>代价：起草的修改不经审查和测试，就会碰到不可变约束。</a:t>
            </a:r>
          </a:p>
          <a:p>
            <a:r>
              <a:t>判定：编译、运行和测试结果才是事实依据。</a:t>
            </a:r>
          </a:p>
          <a:p>
            <a:r>
              <a:t>权衡：Qoder CN 可以起草，不能越过不可变约束。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节：开发环境</a:t>
            </a:r>
          </a:p>
          <a:p>
            <a:r>
              <a:t>时长见本节首页（本节 10 分钟）</a:t>
            </a:r>
          </a:p>
          <a:p>
            <a:r>
              <a:t>定义：三个工具各有角色、职责和边界，不能互相代替。</a:t>
            </a:r>
          </a:p>
          <a:p>
            <a:r>
              <a:t>代价：把 DeepSeek 的推理当成本地已经跑过的事实，结论会错。</a:t>
            </a:r>
          </a:p>
          <a:p>
            <a:r>
              <a:t>判定：事实依据只来自 IDEA 里的编译、运行和测试。</a:t>
            </a:r>
          </a:p>
          <a:p>
            <a:r>
              <a:t>权衡：Qoder CN 和 DeepSeek 可以起草，不能越过不可变约束，也不能上传密钥。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节：开发环境</a:t>
            </a:r>
          </a:p>
          <a:p>
            <a:r>
              <a:t>时长见本节首页（本节 10 分钟）</a:t>
            </a:r>
          </a:p>
          <a:p>
            <a:r>
              <a:t>定义：提出的是草案，执行的是构建和运行，裁决看编译、运行和测试。</a:t>
            </a:r>
          </a:p>
          <a:p>
            <a:r>
              <a:t>代价：三边都说了算，就没有事实依据。</a:t>
            </a:r>
          </a:p>
          <a:p>
            <a:r>
              <a:t>判定：和调用层次不一致时，先以运行和调试为准，再核实。</a:t>
            </a:r>
          </a:p>
          <a:p>
            <a:r>
              <a:t>权衡：草案可以错；裁决只看编译、运行和测试，不看模型怎么说。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节：开发环境</a:t>
            </a:r>
          </a:p>
          <a:p>
            <a:r>
              <a:t>时长见本节首页（本节 10 分钟）</a:t>
            </a:r>
          </a:p>
          <a:p>
            <a:r>
              <a:t>定义：学生必备 JDK 17、Maven 和 IDEA；另外两个工具选开。</a:t>
            </a:r>
          </a:p>
          <a:p>
            <a:r>
              <a:t>代价：不去掉写死的 docker.host，打包会卡在一台不存在的 Docker 上。</a:t>
            </a:r>
          </a:p>
          <a:p>
            <a:r>
              <a:t>判定：看到 BUILD SUCCESS 只说明首次构建通过，还不是这次实验的全部作业。</a:t>
            </a:r>
          </a:p>
          <a:p>
            <a:r>
              <a:t>权衡：跳过 docker 插件，而不是去改写死的 docker.host。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节：教师演示</a:t>
            </a:r>
          </a:p>
          <a:p>
            <a:r>
              <a:t>本节 10 分钟</a:t>
            </a:r>
          </a:p>
          <a:p>
            <a:r>
              <a:t>定义：后台菜单能看到商品、订单、营销和权限。商品和订单管理在后台。</a:t>
            </a:r>
          </a:p>
          <a:p>
            <a:r>
              <a:t>代价：菜单看不清，后面的调用链对不上业务入口。</a:t>
            </a:r>
          </a:p>
          <a:p>
            <a:r>
              <a:t>判定：下单从购物车进前台；商品和订单管理在后台菜单里。</a:t>
            </a:r>
          </a:p>
          <a:p>
            <a:r>
              <a:t>权衡：三段是同一侧栏的局部，不是三列菜单；现场已启动整站时仍以运行的系统为准。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节：教师演示</a:t>
            </a:r>
          </a:p>
          <a:p>
            <a:r>
              <a:t>时长见本节首页（本节 10 分钟）</a:t>
            </a:r>
          </a:p>
          <a:p>
            <a:r>
              <a:t>定义：前台首页顶部能看到搜索。下单的入口在前台。</a:t>
            </a:r>
          </a:p>
          <a:p>
            <a:r>
              <a:t>代价：首页搜索看不清，就不知道前台从哪里进。</a:t>
            </a:r>
          </a:p>
          <a:p>
            <a:r>
              <a:t>判定：搜索在前台首页；下单从购物车进前台，不从后台菜单进。</a:t>
            </a:r>
          </a:p>
          <a:p>
            <a:r>
              <a:t>权衡：这是官方前台图的局部。现场已启动整站时，以运行的系统为准。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节：教师演示</a:t>
            </a:r>
          </a:p>
          <a:p>
            <a:r>
              <a:t>时长见本节首页（本节 10 分钟）</a:t>
            </a:r>
          </a:p>
          <a:p>
            <a:r>
              <a:t>定义：系统架构图说明组件怎么连接，业务架构图说明业务怎么分。</a:t>
            </a:r>
          </a:p>
          <a:p>
            <a:r>
              <a:t>代价：只记模块名字，依赖、进程和业务块会画反。</a:t>
            </a:r>
          </a:p>
          <a:p>
            <a:r>
              <a:t>判定：左图看应用和数据存储怎么连，右图看商品和订单落在哪一块。</a:t>
            </a:r>
          </a:p>
          <a:p>
            <a:r>
              <a:t>权衡：两张整图只作定位。系统图不回答业务怎么分，业务图不回答进程怎么部署。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节：教师演示</a:t>
            </a:r>
          </a:p>
          <a:p>
            <a:r>
              <a:t>时长见本节首页（本节 10 分钟）</a:t>
            </a:r>
          </a:p>
          <a:p>
            <a:r>
              <a:t>定义：局部能看出三个应用，以及消息队列和数据库。</a:t>
            </a:r>
          </a:p>
          <a:p>
            <a:r>
              <a:t>代价：标签看不清，应用和数据存储会画反。</a:t>
            </a:r>
          </a:p>
          <a:p>
            <a:r>
              <a:t>判定：能指出 mall-admin、mall-portal、mall-search 是应用，RabbitMQ 是消息中间件，MySQL 是数据库。</a:t>
            </a:r>
          </a:p>
          <a:p>
            <a:r>
              <a:t>权衡：这是官方系统图的局部，不回答业务怎么分。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节：教师演示</a:t>
            </a:r>
          </a:p>
          <a:p>
            <a:r>
              <a:t>时长见本节首页（本节 10 分钟）</a:t>
            </a:r>
          </a:p>
          <a:p>
            <a:r>
              <a:t>定义：业务图局部看出前台的商品、购物车和下单。</a:t>
            </a:r>
          </a:p>
          <a:p>
            <a:r>
              <a:t>代价：标签看不清，业务块会画反。</a:t>
            </a:r>
          </a:p>
          <a:p>
            <a:r>
              <a:t>判定：商品、购物车和下单都在前台业务块里。</a:t>
            </a:r>
          </a:p>
          <a:p>
            <a:r>
              <a:t>权衡：这是官方业务图的局部，不回答进程怎么部署。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节：教师演示</a:t>
            </a:r>
          </a:p>
          <a:p>
            <a:r>
              <a:t>时长见本节首页（本节 10 分钟）</a:t>
            </a:r>
          </a:p>
          <a:p>
            <a:r>
              <a:t>定义：七个模块和依赖方向来自实验方案；调用层次有它看不到的运行时调用。</a:t>
            </a:r>
          </a:p>
          <a:p>
            <a:r>
              <a:t>代价：调用层次追到服务就停，会漏掉超时取消那条消息。</a:t>
            </a:r>
          </a:p>
          <a:p>
            <a:r>
              <a:t>判定：一条链若经过消息监听，不能只凭调用层次宣布到此为止。</a:t>
            </a:r>
          </a:p>
          <a:p>
            <a:r>
              <a:t>权衡：依赖图仍要自己画，并在直接或传递依赖、进程与库、数据归属里选两项。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节：任务</a:t>
            </a:r>
          </a:p>
          <a:p>
            <a:r>
              <a:t>本节 60 分钟</a:t>
            </a:r>
          </a:p>
          <a:p>
            <a:r>
              <a:t>定义：⓪本人完成构建，并在课程机器上做一次只读查询。①画出七个模块的依赖图，标出生成代码边界，就直接或传递依赖、进程与库、数据归属任选两项。②选一条调用链，示例是下单—支付—超时取消，从入口写到服务、存储和消息，附文件:行号。③对一项推断用断点或可重复运行核实，记下预期、观察与修正。④疑点分成设计问题和理解不足，并指出可维护性子特性。⑤记下环境问题及解决办法。</a:t>
            </a:r>
          </a:p>
          <a:p>
            <a:r>
              <a:t>代价：没跑起来就写通过，按伪造运行记录处理；不标生成代码边界，后面的修改会改到生成产物。</a:t>
            </a:r>
          </a:p>
          <a:p>
            <a:r>
              <a:t>判定：查询命令与学生手册一致；两项必须是实际判断；行号对得上当前打开的基线；记录里要有预期、观察和修正。</a:t>
            </a:r>
          </a:p>
          <a:p>
            <a:r>
              <a:t>权衡：链可以换，证据形式不换；三项判断里选两项即可；环境故障不要写成业务失败；允许结论是设计合理，是自己一开始理解不足。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节：任务</a:t>
            </a:r>
          </a:p>
          <a:p>
            <a:r>
              <a:t>时长见本节首页（本节 60 分钟）</a:t>
            </a:r>
          </a:p>
          <a:p>
            <a:r>
              <a:t>定义：验证过的这一档，先要本人完成构建和一次只读查询。</a:t>
            </a:r>
          </a:p>
          <a:p>
            <a:r>
              <a:t>代价：没跑起来就写通过，按伪造运行记录处理。</a:t>
            </a:r>
          </a:p>
          <a:p>
            <a:r>
              <a:t>判定：查询命令与学生手册一致，并且是在课程机器上执行。</a:t>
            </a:r>
          </a:p>
          <a:p>
            <a:r>
              <a:t>权衡：环境故障不冒充业务失败；修完环境可以补交证据。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节：任务</a:t>
            </a:r>
          </a:p>
          <a:p>
            <a:r>
              <a:t>时长见本节首页（本节 60 分钟）</a:t>
            </a:r>
          </a:p>
          <a:p>
            <a:r>
              <a:t>定义：开发视图先看模块依赖，再标出不能直接改的生成代码。</a:t>
            </a:r>
          </a:p>
          <a:p>
            <a:r>
              <a:t>代价：不标边界，后面的修改会改到生成产物。</a:t>
            </a:r>
          </a:p>
          <a:p>
            <a:r>
              <a:t>判定：两项判断要是实际判断，不能只画框。</a:t>
            </a:r>
          </a:p>
          <a:p>
            <a:r>
              <a:t>权衡：三项里选两项即可，不必三项都写满。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节：任务</a:t>
            </a:r>
          </a:p>
          <a:p>
            <a:r>
              <a:t>时长见本节首页（本节 60 分钟）</a:t>
            </a:r>
          </a:p>
          <a:p>
            <a:r>
              <a:t>定义：调用链要能从入口讲到服务、存储和消息。</a:t>
            </a:r>
          </a:p>
          <a:p>
            <a:r>
              <a:t>代价：没有文件:行号，有依据这一档对不上。</a:t>
            </a:r>
          </a:p>
          <a:p>
            <a:r>
              <a:t>判定：行号必须是你当前打开的基线上的行，不能抄一份对不上的旧行号。</a:t>
            </a:r>
          </a:p>
          <a:p>
            <a:r>
              <a:t>权衡：链可以换，证据形式不换。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节：任务</a:t>
            </a:r>
          </a:p>
          <a:p>
            <a:r>
              <a:t>时长见本节首页（本节 60 分钟）</a:t>
            </a:r>
          </a:p>
          <a:p>
            <a:r>
              <a:t>定义：验证过的另一半，是对一项推断做受控核实。</a:t>
            </a:r>
          </a:p>
          <a:p>
            <a:r>
              <a:t>代价：只贴构建成功，所选链仍算没有验证。</a:t>
            </a:r>
          </a:p>
          <a:p>
            <a:r>
              <a:t>判定：记录里要有预期、观察到的现象，以及改了哪一句判断。</a:t>
            </a:r>
          </a:p>
          <a:p>
            <a:r>
              <a:t>权衡：预期和观察不一致时，改的是判断，不是把日志改成一致。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节：任务</a:t>
            </a:r>
          </a:p>
          <a:p>
            <a:r>
              <a:t>时长见本节首页（本节 60 分钟）</a:t>
            </a:r>
          </a:p>
          <a:p>
            <a:r>
              <a:t>定义：疑点要分成设计问题和自己还没读懂。</a:t>
            </a:r>
          </a:p>
          <a:p>
            <a:r>
              <a:t>代价：把没读懂写成缺陷，或者把环境错误写成业务红灯，依据是错的。</a:t>
            </a:r>
          </a:p>
          <a:p>
            <a:r>
              <a:t>判定：每个疑点要指出用的是哪一个可维护性子特性。</a:t>
            </a:r>
          </a:p>
          <a:p>
            <a:r>
              <a:t>权衡：允许结论是“设计合理，是我一开始理解不足”。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节：评分与不要求</a:t>
            </a:r>
          </a:p>
          <a:p>
            <a:r>
              <a:t>本节 3 分钟（计入实验 60 分钟）</a:t>
            </a:r>
          </a:p>
          <a:p>
            <a:r>
              <a:t>定义：讲清楚、有依据、验证过的分值不同，要看的证据也不同。</a:t>
            </a:r>
          </a:p>
          <a:p>
            <a:r>
              <a:t>代价：构建成功不能代替对所选链的核实。</a:t>
            </a:r>
          </a:p>
          <a:p>
            <a:r>
              <a:t>判定：验证过要看到受控测试、断点或可重复运行，并记下预期、观察与修正。</a:t>
            </a:r>
          </a:p>
          <a:p>
            <a:r>
              <a:t>权衡：不要求改产品代码；图和验证只为了把系统读懂。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节：小结</a:t>
            </a:r>
          </a:p>
          <a:p>
            <a:r>
              <a:t>本节 10 分钟</a:t>
            </a:r>
          </a:p>
          <a:p>
            <a:r>
              <a:t>定义：小结先让两个人把一个类讲清楚。</a:t>
            </a:r>
          </a:p>
          <a:p>
            <a:r>
              <a:t>代价：讲不出调用者，说明依赖图还停在模块名字上。</a:t>
            </a:r>
          </a:p>
          <a:p>
            <a:r>
              <a:t>判定：不一致时，以 IDEA 的运行、调试和测试为准，再用断点或可重复运行核实。</a:t>
            </a:r>
          </a:p>
          <a:p>
            <a:r>
              <a:t>权衡：先抽两人讲职责和调用者，再问不一致时以运行和调试为准；签到留到这段讲完再投。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节：小结</a:t>
            </a:r>
          </a:p>
          <a:p>
            <a:r>
              <a:t>时长见本节首页（本节 10 分钟）</a:t>
            </a:r>
          </a:p>
          <a:p>
            <a:r>
              <a:t>题目页</a:t>
            </a:r>
          </a:p>
          <a:p>
            <a:r>
              <a:t>答案：A</a:t>
            </a:r>
          </a:p>
          <a:p>
            <a:r>
              <a:t>定义：实验课的到场以这道投票题是否答对来计。</a:t>
            </a:r>
          </a:p>
          <a:p>
            <a:r>
              <a:t>代价：不先看不可变部分就改，会碰到生成代码和共用表结构。</a:t>
            </a:r>
          </a:p>
          <a:p>
            <a:r>
              <a:t>判定：先分清哪些部分不允许改，再动手；生成代码和共用表结构都在里面。</a:t>
            </a:r>
          </a:p>
          <a:p>
            <a:r>
              <a:t>权衡：答错不计这次到场。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节：小结</a:t>
            </a:r>
          </a:p>
          <a:p>
            <a:r>
              <a:t>时长见本节首页（本节 10 分钟）</a:t>
            </a:r>
          </a:p>
          <a:p>
            <a:r>
              <a:t>定义：作品是一页说明加不超过 2 分钟的本人录屏。</a:t>
            </a:r>
          </a:p>
          <a:p>
            <a:r>
              <a:t>代价：超时未交，或互评不够 3 份，过程分按比例扣。</a:t>
            </a:r>
          </a:p>
          <a:p>
            <a:r>
              <a:t>判定：AI 使用一栏要分开写三种工具，不能写成“用了 AI”。</a:t>
            </a:r>
          </a:p>
          <a:p>
            <a:r>
              <a:t>权衡：录屏必须是本人操作；只交文字没有录屏，讲解这一项不完整。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eg"/><Relationship Id="rId3" Type="http://schemas.openxmlformats.org/officeDocument/2006/relationships/image" Target="../media/image2.jpeg"/><Relationship Id="rId4" Type="http://schemas.openxmlformats.org/officeDocument/2006/relationships/image" Target="../media/image3.pn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 showMasterSp="0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9" descr="usc_r5_c1"/>
          <p:cNvPicPr>
            <a:picLocks noChangeAspect="1" noChangeArrowheads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5715000"/>
            <a:ext cx="4572000" cy="1143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5" name="Picture 13" descr="usc_r5_c2"/>
          <p:cNvPicPr>
            <a:picLocks noChangeAspect="1" noChangeArrowheads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559300" y="5715000"/>
            <a:ext cx="4572000" cy="1143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6" name="Picture 13" descr="（白底）中文"/>
          <p:cNvPicPr>
            <a:picLocks noChangeAspect="1" noChangeArrowheads="1"/>
          </p:cNvPicPr>
          <p:nvPr userDrawn="1"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733800" y="228600"/>
            <a:ext cx="1676400" cy="16764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1181698" name="Rectangle 2"/>
          <p:cNvSpPr>
            <a:spLocks noGrp="1" noChangeArrowheads="1"/>
          </p:cNvSpPr>
          <p:nvPr>
            <p:ph type="ctrTitle"/>
          </p:nvPr>
        </p:nvSpPr>
        <p:spPr>
          <a:xfrm>
            <a:off x="685800" y="1524000"/>
            <a:ext cx="7772400" cy="1371600"/>
          </a:xfrm>
        </p:spPr>
        <p:txBody>
          <a:bodyPr/>
          <a:lstStyle>
            <a:lvl1pPr>
              <a:defRPr sz="4500"/>
            </a:lvl1pPr>
          </a:lstStyle>
          <a:p>
            <a:pPr lvl="0"/>
            <a:r>
              <a:rPr lang="zh-CN" altLang="en-US" noProof="0"/>
              <a:t>单击此处编辑母版标题样式</a:t>
            </a:r>
            <a:endParaRPr lang="zh-CN" altLang="en-US" noProof="0"/>
          </a:p>
        </p:txBody>
      </p:sp>
      <p:sp>
        <p:nvSpPr>
          <p:cNvPr id="1181699" name="Rectangle 3"/>
          <p:cNvSpPr>
            <a:spLocks noGrp="1" noChangeArrowheads="1"/>
          </p:cNvSpPr>
          <p:nvPr>
            <p:ph type="subTitle" idx="1"/>
          </p:nvPr>
        </p:nvSpPr>
        <p:spPr>
          <a:xfrm>
            <a:off x="1066800" y="3429000"/>
            <a:ext cx="7010400" cy="1600200"/>
          </a:xfrm>
        </p:spPr>
        <p:txBody>
          <a:bodyPr/>
          <a:lstStyle>
            <a:lvl1pPr marL="0" indent="0">
              <a:buFont typeface="Wingdings" panose="05000000000000000000" pitchFamily="2" charset="2"/>
              <a:buNone/>
              <a:defRPr sz="3000"/>
            </a:lvl1pPr>
          </a:lstStyle>
          <a:p>
            <a:pPr lvl="0"/>
            <a:r>
              <a:rPr lang="zh-CN" altLang="en-US" noProof="0"/>
              <a:t>单击此处编辑母版副标题样式</a:t>
            </a:r>
            <a:endParaRPr lang="zh-CN" altLang="en-US" noProof="0"/>
          </a:p>
        </p:txBody>
      </p:sp>
      <p:sp>
        <p:nvSpPr>
          <p:cNvPr id="7" name="Rectangle 4"/>
          <p:cNvSpPr>
            <a:spLocks noGrp="1" noChangeArrowheads="1"/>
          </p:cNvSpPr>
          <p:nvPr>
            <p:ph type="dt" sz="half" idx="10"/>
          </p:nvPr>
        </p:nvSpPr>
        <p:spPr bwMode="auto">
          <a:xfrm>
            <a:off x="685800" y="6248400"/>
            <a:ext cx="1905000" cy="457200"/>
          </a:xfrm>
          <a:prstGeom prst="rect">
            <a:avLst/>
          </a:prstGeom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/>
          <a:lstStyle>
            <a:lvl1pPr eaLnBrk="1" hangingPunct="1">
              <a:defRPr sz="1200" smtClean="0">
                <a:latin typeface="+mn-lt"/>
              </a:defRPr>
            </a:lvl1pPr>
          </a:lstStyle>
          <a:p>
            <a:pPr>
              <a:defRPr/>
            </a:pPr>
            <a:endParaRPr lang="en-US" altLang="zh-CN"/>
          </a:p>
        </p:txBody>
      </p:sp>
      <p:sp>
        <p:nvSpPr>
          <p:cNvPr id="8" name="Rectangle 5"/>
          <p:cNvSpPr>
            <a:spLocks noGrp="1" noChangeArrowheads="1"/>
          </p:cNvSpPr>
          <p:nvPr>
            <p:ph type="ftr" sz="quarter" idx="11"/>
          </p:nvPr>
        </p:nvSpPr>
        <p:spPr bwMode="auto">
          <a:xfrm>
            <a:off x="3124200" y="6248400"/>
            <a:ext cx="2895600" cy="457200"/>
          </a:xfrm>
          <a:prstGeom prst="rect">
            <a:avLst/>
          </a:prstGeom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/>
          <a:lstStyle>
            <a:lvl1pPr algn="ctr" eaLnBrk="1" hangingPunct="1">
              <a:defRPr sz="1200" smtClean="0">
                <a:latin typeface="+mn-lt"/>
              </a:defRPr>
            </a:lvl1pPr>
          </a:lstStyle>
          <a:p>
            <a:pPr>
              <a:defRPr/>
            </a:pPr>
            <a:endParaRPr lang="en-US" altLang="zh-CN"/>
          </a:p>
        </p:txBody>
      </p:sp>
      <p:sp>
        <p:nvSpPr>
          <p:cNvPr id="9" name="Rectangle 6"/>
          <p:cNvSpPr>
            <a:spLocks noGrp="1" noChangeArrowheads="1"/>
          </p:cNvSpPr>
          <p:nvPr>
            <p:ph type="sldNum" sz="quarter" idx="12"/>
          </p:nvPr>
        </p:nvSpPr>
        <p:spPr bwMode="auto">
          <a:xfrm>
            <a:off x="6553200" y="6248400"/>
            <a:ext cx="1905000" cy="457200"/>
          </a:xfrm>
          <a:prstGeom prst="rect">
            <a:avLst/>
          </a:prstGeom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/>
          <a:lstStyle>
            <a:lvl1pPr algn="r" eaLnBrk="1" hangingPunct="1">
              <a:defRPr sz="1200" smtClean="0">
                <a:latin typeface="+mn-lt"/>
              </a:defRPr>
            </a:lvl1pPr>
          </a:lstStyle>
          <a:p>
            <a:pPr>
              <a:defRPr/>
            </a:pPr>
            <a:fld id="{13B25BE5-3F7A-4904-922D-A053C7DF1757}" type="slidenum">
              <a:rPr lang="zh-CN" altLang="en-US"/>
            </a:fld>
            <a:endParaRPr lang="en-US" altLang="zh-CN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第二级</a:t>
            </a:r>
            <a:endParaRPr lang="zh-CN" altLang="en-US"/>
          </a:p>
          <a:p>
            <a:pPr lvl="2"/>
            <a:r>
              <a:rPr lang="zh-CN" altLang="en-US"/>
              <a:t>第三级</a:t>
            </a:r>
            <a:endParaRPr lang="zh-CN" altLang="en-US"/>
          </a:p>
          <a:p>
            <a:pPr lvl="3"/>
            <a:r>
              <a:rPr lang="zh-CN" altLang="en-US"/>
              <a:t>第四级</a:t>
            </a:r>
            <a:endParaRPr lang="zh-CN" altLang="en-US"/>
          </a:p>
          <a:p>
            <a:pPr lvl="4"/>
            <a:r>
              <a:rPr lang="zh-CN" altLang="en-US"/>
              <a:t>第五级</a:t>
            </a:r>
            <a:endParaRPr lang="zh-CN" alt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623888" y="1709738"/>
            <a:ext cx="7886700" cy="2852737"/>
          </a:xfrm>
        </p:spPr>
        <p:txBody>
          <a:bodyPr/>
          <a:lstStyle>
            <a:lvl1pPr>
              <a:defRPr sz="6000"/>
            </a:lvl1pPr>
          </a:lstStyle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623888" y="4589463"/>
            <a:ext cx="7886700" cy="1500187"/>
          </a:xfrm>
        </p:spPr>
        <p:txBody>
          <a:bodyPr/>
          <a:lstStyle>
            <a:lvl1pPr marL="0" indent="0">
              <a:buNone/>
              <a:defRPr sz="2400"/>
            </a:lvl1pPr>
            <a:lvl2pPr marL="457200" indent="0">
              <a:buNone/>
              <a:defRPr sz="2000"/>
            </a:lvl2pPr>
            <a:lvl3pPr marL="914400" indent="0">
              <a:buNone/>
              <a:defRPr sz="18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sz="half" idx="1"/>
          </p:nvPr>
        </p:nvSpPr>
        <p:spPr>
          <a:xfrm>
            <a:off x="566738" y="1752600"/>
            <a:ext cx="3924300" cy="4267200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第二级</a:t>
            </a:r>
            <a:endParaRPr lang="zh-CN" altLang="en-US"/>
          </a:p>
          <a:p>
            <a:pPr lvl="2"/>
            <a:r>
              <a:rPr lang="zh-CN" altLang="en-US"/>
              <a:t>第三级</a:t>
            </a:r>
            <a:endParaRPr lang="zh-CN" altLang="en-US"/>
          </a:p>
          <a:p>
            <a:pPr lvl="3"/>
            <a:r>
              <a:rPr lang="zh-CN" altLang="en-US"/>
              <a:t>第四级</a:t>
            </a:r>
            <a:endParaRPr lang="zh-CN" altLang="en-US"/>
          </a:p>
          <a:p>
            <a:pPr lvl="4"/>
            <a:r>
              <a:rPr lang="zh-CN" altLang="en-US"/>
              <a:t>第五级</a:t>
            </a:r>
            <a:endParaRPr lang="zh-CN" altLang="en-US"/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4643438" y="1752600"/>
            <a:ext cx="3924300" cy="4267200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第二级</a:t>
            </a:r>
            <a:endParaRPr lang="zh-CN" altLang="en-US"/>
          </a:p>
          <a:p>
            <a:pPr lvl="2"/>
            <a:r>
              <a:rPr lang="zh-CN" altLang="en-US"/>
              <a:t>第三级</a:t>
            </a:r>
            <a:endParaRPr lang="zh-CN" altLang="en-US"/>
          </a:p>
          <a:p>
            <a:pPr lvl="3"/>
            <a:r>
              <a:rPr lang="zh-CN" altLang="en-US"/>
              <a:t>第四级</a:t>
            </a:r>
            <a:endParaRPr lang="zh-CN" altLang="en-US"/>
          </a:p>
          <a:p>
            <a:pPr lvl="4"/>
            <a:r>
              <a:rPr lang="zh-CN" altLang="en-US"/>
              <a:t>第五级</a:t>
            </a:r>
            <a:endParaRPr lang="zh-CN" alt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630238" y="365125"/>
            <a:ext cx="7886700" cy="1325563"/>
          </a:xfrm>
        </p:spPr>
        <p:txBody>
          <a:bodyPr/>
          <a:lstStyle/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630238" y="1681163"/>
            <a:ext cx="386873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630238" y="2505075"/>
            <a:ext cx="3868737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第二级</a:t>
            </a:r>
            <a:endParaRPr lang="zh-CN" altLang="en-US"/>
          </a:p>
          <a:p>
            <a:pPr lvl="2"/>
            <a:r>
              <a:rPr lang="zh-CN" altLang="en-US"/>
              <a:t>第三级</a:t>
            </a:r>
            <a:endParaRPr lang="zh-CN" altLang="en-US"/>
          </a:p>
          <a:p>
            <a:pPr lvl="3"/>
            <a:r>
              <a:rPr lang="zh-CN" altLang="en-US"/>
              <a:t>第四级</a:t>
            </a:r>
            <a:endParaRPr lang="zh-CN" altLang="en-US"/>
          </a:p>
          <a:p>
            <a:pPr lvl="4"/>
            <a:r>
              <a:rPr lang="zh-CN" altLang="en-US"/>
              <a:t>第五级</a:t>
            </a:r>
            <a:endParaRPr lang="zh-CN" altLang="en-US"/>
          </a:p>
        </p:txBody>
      </p:sp>
      <p:sp>
        <p:nvSpPr>
          <p:cNvPr id="5" name="文本占位符 4"/>
          <p:cNvSpPr>
            <a:spLocks noGrp="1"/>
          </p:cNvSpPr>
          <p:nvPr>
            <p:ph type="body" sz="quarter" idx="3"/>
          </p:nvPr>
        </p:nvSpPr>
        <p:spPr>
          <a:xfrm>
            <a:off x="4629150" y="1681163"/>
            <a:ext cx="38877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</p:txBody>
      </p:sp>
      <p:sp>
        <p:nvSpPr>
          <p:cNvPr id="6" name="内容占位符 5"/>
          <p:cNvSpPr>
            <a:spLocks noGrp="1"/>
          </p:cNvSpPr>
          <p:nvPr>
            <p:ph sz="quarter" idx="4"/>
          </p:nvPr>
        </p:nvSpPr>
        <p:spPr>
          <a:xfrm>
            <a:off x="4629150" y="2505075"/>
            <a:ext cx="3887788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第二级</a:t>
            </a:r>
            <a:endParaRPr lang="zh-CN" altLang="en-US"/>
          </a:p>
          <a:p>
            <a:pPr lvl="2"/>
            <a:r>
              <a:rPr lang="zh-CN" altLang="en-US"/>
              <a:t>第三级</a:t>
            </a:r>
            <a:endParaRPr lang="zh-CN" altLang="en-US"/>
          </a:p>
          <a:p>
            <a:pPr lvl="3"/>
            <a:r>
              <a:rPr lang="zh-CN" altLang="en-US"/>
              <a:t>第四级</a:t>
            </a:r>
            <a:endParaRPr lang="zh-CN" altLang="en-US"/>
          </a:p>
          <a:p>
            <a:pPr lvl="4"/>
            <a:r>
              <a:rPr lang="zh-CN" altLang="en-US"/>
              <a:t>第五级</a:t>
            </a:r>
            <a:endParaRPr lang="zh-CN" alt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630238" y="457200"/>
            <a:ext cx="2949575" cy="1600200"/>
          </a:xfrm>
        </p:spPr>
        <p:txBody>
          <a:bodyPr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3887788" y="987425"/>
            <a:ext cx="462915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第二级</a:t>
            </a:r>
            <a:endParaRPr lang="zh-CN" altLang="en-US"/>
          </a:p>
          <a:p>
            <a:pPr lvl="2"/>
            <a:r>
              <a:rPr lang="zh-CN" altLang="en-US"/>
              <a:t>第三级</a:t>
            </a:r>
            <a:endParaRPr lang="zh-CN" altLang="en-US"/>
          </a:p>
          <a:p>
            <a:pPr lvl="3"/>
            <a:r>
              <a:rPr lang="zh-CN" altLang="en-US"/>
              <a:t>第四级</a:t>
            </a:r>
            <a:endParaRPr lang="zh-CN" altLang="en-US"/>
          </a:p>
          <a:p>
            <a:pPr lvl="4"/>
            <a:r>
              <a:rPr lang="zh-CN" altLang="en-US"/>
              <a:t>第五级</a:t>
            </a:r>
            <a:endParaRPr lang="zh-CN" altLang="en-US"/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630238" y="2057400"/>
            <a:ext cx="2949575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630238" y="457200"/>
            <a:ext cx="2949575" cy="1600200"/>
          </a:xfrm>
        </p:spPr>
        <p:txBody>
          <a:bodyPr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图片占位符 2"/>
          <p:cNvSpPr>
            <a:spLocks noGrp="1"/>
          </p:cNvSpPr>
          <p:nvPr>
            <p:ph type="pic" idx="1"/>
          </p:nvPr>
        </p:nvSpPr>
        <p:spPr>
          <a:xfrm>
            <a:off x="3887788" y="987425"/>
            <a:ext cx="462915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endParaRPr lang="zh-CN" altLang="en-US" noProof="0"/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630238" y="2057400"/>
            <a:ext cx="2949575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第二级</a:t>
            </a:r>
            <a:endParaRPr lang="zh-CN" altLang="en-US"/>
          </a:p>
          <a:p>
            <a:pPr lvl="2"/>
            <a:r>
              <a:rPr lang="zh-CN" altLang="en-US"/>
              <a:t>第三级</a:t>
            </a:r>
            <a:endParaRPr lang="zh-CN" altLang="en-US"/>
          </a:p>
          <a:p>
            <a:pPr lvl="3"/>
            <a:r>
              <a:rPr lang="zh-CN" altLang="en-US"/>
              <a:t>第四级</a:t>
            </a:r>
            <a:endParaRPr lang="zh-CN" altLang="en-US"/>
          </a:p>
          <a:p>
            <a:pPr lvl="4"/>
            <a:r>
              <a:rPr lang="zh-CN" altLang="en-US"/>
              <a:t>第五级</a:t>
            </a:r>
            <a:endParaRPr lang="zh-CN" alt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垂直排列标题与&#10;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/>
          <p:cNvSpPr>
            <a:spLocks noGrp="1"/>
          </p:cNvSpPr>
          <p:nvPr>
            <p:ph type="title" orient="vert"/>
          </p:nvPr>
        </p:nvSpPr>
        <p:spPr>
          <a:xfrm>
            <a:off x="6573838" y="304800"/>
            <a:ext cx="2001837" cy="5715000"/>
          </a:xfrm>
        </p:spPr>
        <p:txBody>
          <a:bodyPr vert="eaVert"/>
          <a:lstStyle/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>
          <a:xfrm>
            <a:off x="566738" y="304800"/>
            <a:ext cx="5854700" cy="5715000"/>
          </a:xfrm>
        </p:spPr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第二级</a:t>
            </a:r>
            <a:endParaRPr lang="zh-CN" altLang="en-US"/>
          </a:p>
          <a:p>
            <a:pPr lvl="2"/>
            <a:r>
              <a:rPr lang="zh-CN" altLang="en-US"/>
              <a:t>第三级</a:t>
            </a:r>
            <a:endParaRPr lang="zh-CN" altLang="en-US"/>
          </a:p>
          <a:p>
            <a:pPr lvl="3"/>
            <a:r>
              <a:rPr lang="zh-CN" altLang="en-US"/>
              <a:t>第四级</a:t>
            </a:r>
            <a:endParaRPr lang="zh-CN" altLang="en-US"/>
          </a:p>
          <a:p>
            <a:pPr lvl="4"/>
            <a:r>
              <a:rPr lang="zh-CN" altLang="en-US"/>
              <a:t>第五级</a:t>
            </a:r>
            <a:endParaRPr lang="zh-CN" altLang="en-US"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image" Target="../media/image4.jpeg"/><Relationship Id="rId13" Type="http://schemas.openxmlformats.org/officeDocument/2006/relationships/image" Target="../media/image1.jpeg"/><Relationship Id="rId14" Type="http://schemas.openxmlformats.org/officeDocument/2006/relationships/image" Target="../media/image2.jpeg"/><Relationship Id="rId1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pattFill prst="ltHorz">
          <a:fgClr>
            <a:schemeClr val="bg2"/>
          </a:fgClr>
          <a:bgClr>
            <a:schemeClr val="bg1"/>
          </a:bgClr>
        </a:patt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Rectangle 2"/>
          <p:cNvSpPr>
            <a:spLocks noGrp="1" noChangeArrowheads="1"/>
          </p:cNvSpPr>
          <p:nvPr>
            <p:ph type="title"/>
          </p:nvPr>
        </p:nvSpPr>
        <p:spPr bwMode="auto">
          <a:xfrm>
            <a:off x="574675" y="304800"/>
            <a:ext cx="8001000" cy="96361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b" anchorCtr="0" compatLnSpc="1"/>
          <a:lstStyle/>
          <a:p>
            <a:pPr lvl="0"/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1027" name="Rectangle 3"/>
          <p:cNvSpPr>
            <a:spLocks noGrp="1" noChangeArrowheads="1"/>
          </p:cNvSpPr>
          <p:nvPr>
            <p:ph type="body" idx="1"/>
          </p:nvPr>
        </p:nvSpPr>
        <p:spPr bwMode="auto">
          <a:xfrm>
            <a:off x="566738" y="1752600"/>
            <a:ext cx="8001000" cy="426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/>
          <a:lstStyle/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第二级</a:t>
            </a:r>
            <a:endParaRPr lang="zh-CN" altLang="en-US"/>
          </a:p>
          <a:p>
            <a:pPr lvl="2"/>
            <a:r>
              <a:rPr lang="zh-CN" altLang="en-US"/>
              <a:t>第三级</a:t>
            </a:r>
            <a:endParaRPr lang="zh-CN" altLang="en-US"/>
          </a:p>
          <a:p>
            <a:pPr lvl="3"/>
            <a:r>
              <a:rPr lang="zh-CN" altLang="en-US"/>
              <a:t>第四级</a:t>
            </a:r>
            <a:endParaRPr lang="zh-CN" altLang="en-US"/>
          </a:p>
          <a:p>
            <a:pPr lvl="4"/>
            <a:r>
              <a:rPr lang="zh-CN" altLang="en-US"/>
              <a:t>第五级</a:t>
            </a:r>
            <a:endParaRPr lang="zh-CN" altLang="en-US"/>
          </a:p>
        </p:txBody>
      </p:sp>
      <p:sp>
        <p:nvSpPr>
          <p:cNvPr id="1028" name="AutoShape 4"/>
          <p:cNvSpPr>
            <a:spLocks noChangeArrowheads="1"/>
          </p:cNvSpPr>
          <p:nvPr/>
        </p:nvSpPr>
        <p:spPr bwMode="auto">
          <a:xfrm>
            <a:off x="609600" y="1295400"/>
            <a:ext cx="7958138" cy="109538"/>
          </a:xfrm>
          <a:custGeom>
            <a:avLst/>
            <a:gdLst>
              <a:gd name="T0" fmla="*/ 0 w 1000"/>
              <a:gd name="T1" fmla="*/ 0 h 1000"/>
              <a:gd name="T2" fmla="*/ 4655511 w 1000"/>
              <a:gd name="T3" fmla="*/ 0 h 1000"/>
              <a:gd name="T4" fmla="*/ 4655511 w 1000"/>
              <a:gd name="T5" fmla="*/ 109538 h 1000"/>
              <a:gd name="T6" fmla="*/ 0 w 1000"/>
              <a:gd name="T7" fmla="*/ 109538 h 1000"/>
              <a:gd name="T8" fmla="*/ 0 w 1000"/>
              <a:gd name="T9" fmla="*/ 0 h 1000"/>
              <a:gd name="T10" fmla="*/ 7958138 w 1000"/>
              <a:gd name="T11" fmla="*/ 0 h 1000"/>
              <a:gd name="T12" fmla="*/ 0 60000 65536"/>
              <a:gd name="T13" fmla="*/ 0 60000 65536"/>
              <a:gd name="T14" fmla="*/ 0 60000 65536"/>
              <a:gd name="T15" fmla="*/ 0 60000 65536"/>
              <a:gd name="T16" fmla="*/ 0 60000 65536"/>
              <a:gd name="T17" fmla="*/ 0 60000 65536"/>
            </a:gdLst>
            <a:ahLst/>
            <a:cxnLst>
              <a:cxn ang="T12">
                <a:pos x="T0" y="T1"/>
              </a:cxn>
              <a:cxn ang="T13">
                <a:pos x="T2" y="T3"/>
              </a:cxn>
              <a:cxn ang="T14">
                <a:pos x="T4" y="T5"/>
              </a:cxn>
              <a:cxn ang="T15">
                <a:pos x="T6" y="T7"/>
              </a:cxn>
              <a:cxn ang="T16">
                <a:pos x="T8" y="T9"/>
              </a:cxn>
              <a:cxn ang="T17">
                <a:pos x="T10" y="T11"/>
              </a:cxn>
            </a:cxnLst>
            <a:rect l="0" t="0" r="r" b="b"/>
            <a:pathLst>
              <a:path w="1000" h="1000" stroke="0">
                <a:moveTo>
                  <a:pt x="0" y="0"/>
                </a:moveTo>
                <a:lnTo>
                  <a:pt x="585" y="0"/>
                </a:lnTo>
                <a:lnTo>
                  <a:pt x="585" y="1000"/>
                </a:lnTo>
                <a:lnTo>
                  <a:pt x="0" y="1000"/>
                </a:lnTo>
                <a:lnTo>
                  <a:pt x="0" y="0"/>
                </a:lnTo>
                <a:close/>
              </a:path>
              <a:path w="1000" h="1000">
                <a:moveTo>
                  <a:pt x="0" y="0"/>
                </a:moveTo>
                <a:lnTo>
                  <a:pt x="1000" y="0"/>
                </a:lnTo>
              </a:path>
            </a:pathLst>
          </a:custGeom>
          <a:solidFill>
            <a:schemeClr val="accent2"/>
          </a:solidFill>
          <a:ln w="9525">
            <a:solidFill>
              <a:schemeClr val="accent2"/>
            </a:solidFill>
            <a:round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029" name="Line 5"/>
          <p:cNvSpPr>
            <a:spLocks noChangeShapeType="1"/>
          </p:cNvSpPr>
          <p:nvPr/>
        </p:nvSpPr>
        <p:spPr bwMode="auto">
          <a:xfrm flipV="1">
            <a:off x="609600" y="6172200"/>
            <a:ext cx="7924800" cy="0"/>
          </a:xfrm>
          <a:prstGeom prst="line">
            <a:avLst/>
          </a:prstGeom>
          <a:noFill/>
          <a:ln w="3175">
            <a:solidFill>
              <a:schemeClr val="accent2"/>
            </a:solidFill>
            <a:rou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zh-CN" altLang="en-US"/>
          </a:p>
        </p:txBody>
      </p:sp>
      <p:sp>
        <p:nvSpPr>
          <p:cNvPr id="1030" name="Text Box 6"/>
          <p:cNvSpPr txBox="1">
            <a:spLocks noChangeArrowheads="1"/>
          </p:cNvSpPr>
          <p:nvPr/>
        </p:nvSpPr>
        <p:spPr bwMode="auto">
          <a:xfrm>
            <a:off x="5548313" y="6308725"/>
            <a:ext cx="3671887" cy="36671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9pPr>
          </a:lstStyle>
          <a:p>
            <a:pPr algn="ctr" eaLnBrk="1" hangingPunct="1">
              <a:spcBef>
                <a:spcPct val="50000"/>
              </a:spcBef>
            </a:pPr>
            <a:r>
              <a:rPr lang="zh-CN" altLang="en-US">
                <a:solidFill>
                  <a:srgbClr val="009900"/>
                </a:solidFill>
                <a:latin typeface="Verdana" panose="020B0604030504040204" pitchFamily="34" charset="0"/>
                <a:ea typeface="隶书" panose="02010509060101010101" pitchFamily="49" charset="-122"/>
              </a:rPr>
              <a:t>计算机科学与技术学院</a:t>
            </a:r>
            <a:endParaRPr lang="zh-CN" altLang="en-US">
              <a:solidFill>
                <a:srgbClr val="009900"/>
              </a:solidFill>
              <a:latin typeface="Verdana" panose="020B0604030504040204" pitchFamily="34" charset="0"/>
              <a:ea typeface="隶书" panose="02010509060101010101" pitchFamily="49" charset="-122"/>
            </a:endParaRPr>
          </a:p>
        </p:txBody>
      </p:sp>
      <p:pic>
        <p:nvPicPr>
          <p:cNvPr id="1031" name="Picture 8" descr="计算机学院logo-1"/>
          <p:cNvPicPr>
            <a:picLocks noChangeAspect="1" noChangeArrowheads="1"/>
          </p:cNvPicPr>
          <p:nvPr/>
        </p:nvPicPr>
        <p:blipFill>
          <a:blip r:embed="rId1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586413" y="6261100"/>
            <a:ext cx="509587" cy="5095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1032" name="Picture 9" descr="usc_r5_c1"/>
          <p:cNvPicPr>
            <a:picLocks noChangeAspect="1" noChangeArrowheads="1"/>
          </p:cNvPicPr>
          <p:nvPr userDrawn="1"/>
        </p:nvPicPr>
        <p:blipFill>
          <a:blip r:embed="rId1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92138" y="6221413"/>
            <a:ext cx="2217737" cy="60483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1033" name="Picture 13" descr="usc_r5_c2"/>
          <p:cNvPicPr>
            <a:picLocks noChangeAspect="1" noChangeArrowheads="1"/>
          </p:cNvPicPr>
          <p:nvPr userDrawn="1"/>
        </p:nvPicPr>
        <p:blipFill>
          <a:blip r:embed="rId1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801938" y="6219825"/>
            <a:ext cx="2227262" cy="6048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rtl="0" eaLnBrk="0" fontAlgn="base" hangingPunct="0">
        <a:spcBef>
          <a:spcPct val="0"/>
        </a:spcBef>
        <a:spcAft>
          <a:spcPct val="0"/>
        </a:spcAft>
        <a:defRPr sz="4400" kern="1200">
          <a:solidFill>
            <a:schemeClr val="accent2"/>
          </a:solidFill>
          <a:latin typeface="+mj-lt"/>
          <a:ea typeface="+mj-ea"/>
          <a:cs typeface="+mj-cs"/>
        </a:defRPr>
      </a:lvl1pPr>
      <a:lvl2pPr algn="ctr" rtl="0" eaLnBrk="0" fontAlgn="base" hangingPunct="0">
        <a:spcBef>
          <a:spcPct val="0"/>
        </a:spcBef>
        <a:spcAft>
          <a:spcPct val="0"/>
        </a:spcAft>
        <a:defRPr sz="4400">
          <a:solidFill>
            <a:schemeClr val="accent2"/>
          </a:solidFill>
          <a:latin typeface="Cambria" panose="02040503050406030204" pitchFamily="18" charset="0"/>
          <a:ea typeface="黑体" panose="02010609060101010101" pitchFamily="49" charset="-122"/>
        </a:defRPr>
      </a:lvl2pPr>
      <a:lvl3pPr algn="ctr" rtl="0" eaLnBrk="0" fontAlgn="base" hangingPunct="0">
        <a:spcBef>
          <a:spcPct val="0"/>
        </a:spcBef>
        <a:spcAft>
          <a:spcPct val="0"/>
        </a:spcAft>
        <a:defRPr sz="4400">
          <a:solidFill>
            <a:schemeClr val="accent2"/>
          </a:solidFill>
          <a:latin typeface="Cambria" panose="02040503050406030204" pitchFamily="18" charset="0"/>
          <a:ea typeface="黑体" panose="02010609060101010101" pitchFamily="49" charset="-122"/>
        </a:defRPr>
      </a:lvl3pPr>
      <a:lvl4pPr algn="ctr" rtl="0" eaLnBrk="0" fontAlgn="base" hangingPunct="0">
        <a:spcBef>
          <a:spcPct val="0"/>
        </a:spcBef>
        <a:spcAft>
          <a:spcPct val="0"/>
        </a:spcAft>
        <a:defRPr sz="4400">
          <a:solidFill>
            <a:schemeClr val="accent2"/>
          </a:solidFill>
          <a:latin typeface="Cambria" panose="02040503050406030204" pitchFamily="18" charset="0"/>
          <a:ea typeface="黑体" panose="02010609060101010101" pitchFamily="49" charset="-122"/>
        </a:defRPr>
      </a:lvl4pPr>
      <a:lvl5pPr algn="ctr" rtl="0" eaLnBrk="0" fontAlgn="base" hangingPunct="0">
        <a:spcBef>
          <a:spcPct val="0"/>
        </a:spcBef>
        <a:spcAft>
          <a:spcPct val="0"/>
        </a:spcAft>
        <a:defRPr sz="4400">
          <a:solidFill>
            <a:schemeClr val="accent2"/>
          </a:solidFill>
          <a:latin typeface="Cambria" panose="02040503050406030204" pitchFamily="18" charset="0"/>
          <a:ea typeface="黑体" panose="02010609060101010101" pitchFamily="49" charset="-122"/>
        </a:defRPr>
      </a:lvl5pPr>
      <a:lvl6pPr marL="457200" algn="ctr" rtl="0" fontAlgn="base">
        <a:spcBef>
          <a:spcPct val="0"/>
        </a:spcBef>
        <a:spcAft>
          <a:spcPct val="0"/>
        </a:spcAft>
        <a:defRPr sz="4400">
          <a:solidFill>
            <a:schemeClr val="accent2"/>
          </a:solidFill>
          <a:latin typeface="黑体" panose="02010609060101010101" pitchFamily="49" charset="-122"/>
          <a:ea typeface="黑体" panose="02010609060101010101" pitchFamily="49" charset="-122"/>
        </a:defRPr>
      </a:lvl6pPr>
      <a:lvl7pPr marL="914400" algn="ctr" rtl="0" fontAlgn="base">
        <a:spcBef>
          <a:spcPct val="0"/>
        </a:spcBef>
        <a:spcAft>
          <a:spcPct val="0"/>
        </a:spcAft>
        <a:defRPr sz="4400">
          <a:solidFill>
            <a:schemeClr val="accent2"/>
          </a:solidFill>
          <a:latin typeface="黑体" panose="02010609060101010101" pitchFamily="49" charset="-122"/>
          <a:ea typeface="黑体" panose="02010609060101010101" pitchFamily="49" charset="-122"/>
        </a:defRPr>
      </a:lvl7pPr>
      <a:lvl8pPr marL="1371600" algn="ctr" rtl="0" fontAlgn="base">
        <a:spcBef>
          <a:spcPct val="0"/>
        </a:spcBef>
        <a:spcAft>
          <a:spcPct val="0"/>
        </a:spcAft>
        <a:defRPr sz="4400">
          <a:solidFill>
            <a:schemeClr val="accent2"/>
          </a:solidFill>
          <a:latin typeface="黑体" panose="02010609060101010101" pitchFamily="49" charset="-122"/>
          <a:ea typeface="黑体" panose="02010609060101010101" pitchFamily="49" charset="-122"/>
        </a:defRPr>
      </a:lvl8pPr>
      <a:lvl9pPr marL="1828800" algn="ctr" rtl="0" fontAlgn="base">
        <a:spcBef>
          <a:spcPct val="0"/>
        </a:spcBef>
        <a:spcAft>
          <a:spcPct val="0"/>
        </a:spcAft>
        <a:defRPr sz="4400">
          <a:solidFill>
            <a:schemeClr val="accent2"/>
          </a:solidFill>
          <a:latin typeface="黑体" panose="02010609060101010101" pitchFamily="49" charset="-122"/>
          <a:ea typeface="黑体" panose="02010609060101010101" pitchFamily="49" charset="-122"/>
        </a:defRPr>
      </a:lvl9pPr>
    </p:titleStyle>
    <p:bodyStyle>
      <a:lvl1pPr marL="469900" indent="-469900" algn="l" rtl="0" eaLnBrk="0" fontAlgn="base" hangingPunct="0">
        <a:spcBef>
          <a:spcPct val="20000"/>
        </a:spcBef>
        <a:spcAft>
          <a:spcPct val="0"/>
        </a:spcAft>
        <a:buClr>
          <a:schemeClr val="accent2"/>
        </a:buClr>
        <a:buFont typeface="Wingdings" panose="05000000000000000000" pitchFamily="2" charset="2"/>
        <a:buChar char="n"/>
        <a:defRPr sz="3200" b="1" kern="1200">
          <a:solidFill>
            <a:schemeClr val="tx1"/>
          </a:solidFill>
          <a:latin typeface="+mn-lt"/>
          <a:ea typeface="+mn-ea"/>
          <a:cs typeface="+mn-cs"/>
        </a:defRPr>
      </a:lvl1pPr>
      <a:lvl2pPr marL="908050" indent="-436880" algn="l" rtl="0" eaLnBrk="0" fontAlgn="base" hangingPunct="0">
        <a:spcBef>
          <a:spcPct val="20000"/>
        </a:spcBef>
        <a:spcAft>
          <a:spcPct val="0"/>
        </a:spcAft>
        <a:buClr>
          <a:schemeClr val="hlink"/>
        </a:buClr>
        <a:buFont typeface="Wingdings" panose="05000000000000000000" pitchFamily="2" charset="2"/>
        <a:buChar char="l"/>
        <a:defRPr sz="2800" b="1" kern="1200">
          <a:solidFill>
            <a:schemeClr val="tx1"/>
          </a:solidFill>
          <a:latin typeface="+mn-lt"/>
          <a:ea typeface="+mn-ea"/>
          <a:cs typeface="+mn-cs"/>
        </a:defRPr>
      </a:lvl2pPr>
      <a:lvl3pPr marL="1304925" indent="-395605" algn="l" rtl="0" eaLnBrk="0" fontAlgn="base" hangingPunct="0">
        <a:spcBef>
          <a:spcPct val="20000"/>
        </a:spcBef>
        <a:spcAft>
          <a:spcPct val="0"/>
        </a:spcAft>
        <a:buClr>
          <a:schemeClr val="accent2"/>
        </a:buClr>
        <a:buFont typeface="Wingdings" panose="05000000000000000000" pitchFamily="2" charset="2"/>
        <a:buChar char="n"/>
        <a:defRPr sz="2300" b="1" kern="1200">
          <a:solidFill>
            <a:schemeClr val="tx1"/>
          </a:solidFill>
          <a:latin typeface="+mn-lt"/>
          <a:ea typeface="+mn-ea"/>
          <a:cs typeface="+mn-cs"/>
        </a:defRPr>
      </a:lvl3pPr>
      <a:lvl4pPr marL="1694180" indent="-387350" algn="l" rtl="0" eaLnBrk="0" fontAlgn="base" hangingPunct="0">
        <a:spcBef>
          <a:spcPct val="20000"/>
        </a:spcBef>
        <a:spcAft>
          <a:spcPct val="0"/>
        </a:spcAft>
        <a:buClr>
          <a:schemeClr val="accent2"/>
        </a:buClr>
        <a:buFont typeface="Wingdings" panose="05000000000000000000" pitchFamily="2" charset="2"/>
        <a:buChar char="n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94230" indent="-398780" algn="l" rtl="0" eaLnBrk="0" fontAlgn="base" hangingPunct="0">
        <a:spcBef>
          <a:spcPct val="25000"/>
        </a:spcBef>
        <a:spcAft>
          <a:spcPct val="0"/>
        </a:spcAft>
        <a:buClr>
          <a:schemeClr val="accent2"/>
        </a:buClr>
        <a:buFont typeface="Wingdings" panose="05000000000000000000" pitchFamily="2" charset="2"/>
        <a:buChar char="n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5.png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6.jpg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7.jpg"/><Relationship Id="rId3" Type="http://schemas.openxmlformats.org/officeDocument/2006/relationships/image" Target="../media/image8.jpg"/><Relationship Id="rId4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9.png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0.png"/><Relationship Id="rId3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 wrap="square" lIns="54864" rIns="54864" tIns="18288" bIns="18288" eaLnBrk="1" hangingPunct="1" latinLnBrk="0"/>
          <a:lstStyle/>
          <a:p>
            <a:pPr algn="l" eaLnBrk="1" hangingPunct="1">
              <a:lnSpc>
                <a:spcPct val="100000"/>
              </a:lnSpc>
              <a:spcBef>
                <a:spcPts val="600"/>
              </a:spcBef>
              <a:spcAft>
                <a:spcPts val="200"/>
              </a:spcAft>
            </a:pPr>
            <a:r>
              <a:rPr sz="3200" b="0" lang="zh-CN" altLang="en-US">
                <a:latin typeface="微软雅黑"/>
                <a:ea typeface="微软雅黑"/>
                <a:cs typeface="微软雅黑"/>
              </a:rPr>
              <a:t>软件设计与规范</a:t>
            </a:r>
          </a:p>
        </p:txBody>
      </p:sp>
      <p:sp>
        <p:nvSpPr>
          <p:cNvPr id="3" name="body"/>
          <p:cNvSpPr>
            <a:spLocks noGrp="1"/>
          </p:cNvSpPr>
          <p:nvPr>
            <p:ph type="subTitle" idx="1"/>
          </p:nvPr>
        </p:nvSpPr>
        <p:spPr/>
        <p:txBody>
          <a:bodyPr wrap="square" lIns="54864" rIns="54864" tIns="18288" bIns="18288" eaLnBrk="1" hangingPunct="1" latinLnBrk="0"/>
          <a:lstStyle/>
          <a:p>
            <a:pPr algn="l" eaLnBrk="1" hangingPunct="1">
              <a:lnSpc>
                <a:spcPct val="100000"/>
              </a:lnSpc>
              <a:spcBef>
                <a:spcPts val="600"/>
              </a:spcBef>
              <a:spcAft>
                <a:spcPts val="200"/>
              </a:spcAft>
            </a:pPr>
            <a:r>
              <a:rPr sz="2000" b="0" lang="zh-CN" altLang="en-US">
                <a:latin typeface="微软雅黑"/>
                <a:ea typeface="微软雅黑"/>
                <a:cs typeface="微软雅黑"/>
              </a:rPr>
              <a:t>第 2 次课｜开发环境与棕地仓库导读</a:t>
            </a:r>
          </a:p>
          <a:p>
            <a:pPr algn="l" eaLnBrk="1" hangingPunct="1">
              <a:lnSpc>
                <a:spcPct val="100000"/>
              </a:lnSpc>
              <a:spcBef>
                <a:spcPts val="600"/>
              </a:spcBef>
              <a:spcAft>
                <a:spcPts val="200"/>
              </a:spcAft>
            </a:pPr>
            <a:r>
              <a:rPr sz="2000" b="0" lang="zh-CN" altLang="en-US">
                <a:latin typeface="微软雅黑"/>
                <a:ea typeface="微软雅黑"/>
                <a:cs typeface="微软雅黑"/>
              </a:rPr>
              <a:t>李萌</a:t>
            </a:r>
          </a:p>
          <a:p>
            <a:pPr algn="l" eaLnBrk="1" hangingPunct="1">
              <a:lnSpc>
                <a:spcPct val="100000"/>
              </a:lnSpc>
              <a:spcBef>
                <a:spcPts val="600"/>
              </a:spcBef>
              <a:spcAft>
                <a:spcPts val="200"/>
              </a:spcAft>
            </a:pPr>
            <a:r>
              <a:rPr sz="2000" b="0" lang="zh-CN" altLang="en-US">
                <a:latin typeface="微软雅黑"/>
                <a:ea typeface="微软雅黑"/>
                <a:cs typeface="微软雅黑"/>
              </a:rPr>
              <a:t>计算机科学与技术学院</a:t>
            </a:r>
          </a:p>
        </p:txBody>
      </p:sp>
    </p:spTree>
  </p:cSld>
  <p:clrMapOvr>
    <a:masterClrMapping/>
  </p:clrMapOvr>
  <p:hf sldNum="0" hdr="0" ftr="0" dt="0"/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 lIns="54864" rIns="54864" tIns="18288" bIns="18288" eaLnBrk="1" hangingPunct="1" latinLnBrk="0"/>
          <a:lstStyle/>
          <a:p>
            <a:pPr algn="l" eaLnBrk="1" hangingPunct="1">
              <a:lnSpc>
                <a:spcPct val="100000"/>
              </a:lnSpc>
              <a:spcBef>
                <a:spcPts val="600"/>
              </a:spcBef>
              <a:spcAft>
                <a:spcPts val="200"/>
              </a:spcAft>
            </a:pPr>
            <a:r>
              <a:rPr sz="2800" b="0" lang="zh-CN" altLang="en-US">
                <a:latin typeface="微软雅黑"/>
                <a:ea typeface="微软雅黑"/>
                <a:cs typeface="微软雅黑"/>
              </a:rPr>
              <a:t>三个工具：IDEA 与 Qoder CN</a:t>
            </a:r>
          </a:p>
        </p:txBody>
      </p:sp>
      <p:graphicFrame>
        <p:nvGraphicFramePr>
          <p:cNvPr id="3" name="table"/>
          <p:cNvGraphicFramePr>
            <a:graphicFrameLocks noGrp="1"/>
          </p:cNvGraphicFramePr>
          <p:nvPr/>
        </p:nvGraphicFramePr>
        <p:xfrm>
          <a:off x="365760" y="1481328"/>
          <a:ext cx="8503920" cy="4297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37360"/>
                <a:gridCol w="6766560"/>
              </a:tblGrid>
              <a:tr h="613954">
                <a:tc>
                  <a:txBody>
                    <a:bodyPr wrap="square" lIns="36576" rIns="36576" tIns="18288" bIns="18288" eaLnBrk="1" hangingPunct="1" latinLnBrk="0"/>
                    <a:lstStyle/>
                    <a:p>
                      <a:pPr algn="l" eaLnBrk="1" hangingPunct="1">
                        <a:lnSpc>
                          <a:spcPct val="90000"/>
                        </a:lnSpc>
                        <a:spcBef>
                          <a:spcPts val="600"/>
                        </a:spcBef>
                        <a:spcAft>
                          <a:spcPts val="200"/>
                        </a:spcAft>
                      </a:pPr>
                      <a:r>
                        <a:rPr sz="2000" b="0" lang="zh-CN" altLang="en-US">
                          <a:latin typeface="微软雅黑"/>
                          <a:ea typeface="微软雅黑"/>
                          <a:cs typeface="微软雅黑"/>
                        </a:rPr>
                        <a:t/>
                      </a:r>
                    </a:p>
                  </a:txBody>
                  <a:tcPr anchor="ctr"/>
                </a:tc>
                <a:tc>
                  <a:txBody>
                    <a:bodyPr wrap="square" lIns="36576" rIns="36576" tIns="18288" bIns="18288" eaLnBrk="1" hangingPunct="1" latinLnBrk="0"/>
                    <a:lstStyle/>
                    <a:p>
                      <a:pPr algn="l" eaLnBrk="1" hangingPunct="1">
                        <a:lnSpc>
                          <a:spcPct val="90000"/>
                        </a:lnSpc>
                        <a:spcBef>
                          <a:spcPts val="600"/>
                        </a:spcBef>
                        <a:spcAft>
                          <a:spcPts val="200"/>
                        </a:spcAft>
                      </a:pPr>
                      <a:r>
                        <a:rPr sz="2000" b="0" lang="zh-CN" altLang="en-US">
                          <a:latin typeface="微软雅黑"/>
                          <a:ea typeface="微软雅黑"/>
                          <a:cs typeface="微软雅黑"/>
                        </a:rPr>
                        <a:t>内容</a:t>
                      </a:r>
                    </a:p>
                  </a:txBody>
                  <a:tcPr anchor="ctr"/>
                </a:tc>
              </a:tr>
              <a:tr h="613954">
                <a:tc>
                  <a:txBody>
                    <a:bodyPr wrap="square" lIns="36576" rIns="36576" tIns="18288" bIns="18288" eaLnBrk="1" hangingPunct="1" latinLnBrk="0"/>
                    <a:lstStyle/>
                    <a:p>
                      <a:pPr algn="l" eaLnBrk="1" hangingPunct="1">
                        <a:lnSpc>
                          <a:spcPct val="90000"/>
                        </a:lnSpc>
                        <a:spcBef>
                          <a:spcPts val="600"/>
                        </a:spcBef>
                        <a:spcAft>
                          <a:spcPts val="200"/>
                        </a:spcAft>
                      </a:pPr>
                      <a:r>
                        <a:rPr sz="2000" b="0" lang="zh-CN" altLang="en-US">
                          <a:latin typeface="微软雅黑"/>
                          <a:ea typeface="微软雅黑"/>
                          <a:cs typeface="微软雅黑"/>
                        </a:rPr>
                        <a:t>IDEA 角色</a:t>
                      </a:r>
                    </a:p>
                  </a:txBody>
                  <a:tcPr anchor="ctr"/>
                </a:tc>
                <a:tc>
                  <a:txBody>
                    <a:bodyPr wrap="square" lIns="36576" rIns="36576" tIns="18288" bIns="18288" eaLnBrk="1" hangingPunct="1" latinLnBrk="0"/>
                    <a:lstStyle/>
                    <a:p>
                      <a:pPr algn="l" eaLnBrk="1" hangingPunct="1">
                        <a:lnSpc>
                          <a:spcPct val="90000"/>
                        </a:lnSpc>
                        <a:spcBef>
                          <a:spcPts val="600"/>
                        </a:spcBef>
                        <a:spcAft>
                          <a:spcPts val="200"/>
                        </a:spcAft>
                      </a:pPr>
                      <a:r>
                        <a:rPr sz="2000" b="0" lang="zh-CN" altLang="en-US">
                          <a:latin typeface="微软雅黑"/>
                          <a:ea typeface="微软雅黑"/>
                          <a:cs typeface="微软雅黑"/>
                        </a:rPr>
                        <a:t>集成开发环境</a:t>
                      </a:r>
                    </a:p>
                  </a:txBody>
                  <a:tcPr anchor="ctr"/>
                </a:tc>
              </a:tr>
              <a:tr h="613954">
                <a:tc>
                  <a:txBody>
                    <a:bodyPr wrap="square" lIns="36576" rIns="36576" tIns="18288" bIns="18288" eaLnBrk="1" hangingPunct="1" latinLnBrk="0"/>
                    <a:lstStyle/>
                    <a:p>
                      <a:pPr algn="l" eaLnBrk="1" hangingPunct="1">
                        <a:lnSpc>
                          <a:spcPct val="90000"/>
                        </a:lnSpc>
                        <a:spcBef>
                          <a:spcPts val="600"/>
                        </a:spcBef>
                        <a:spcAft>
                          <a:spcPts val="200"/>
                        </a:spcAft>
                      </a:pPr>
                      <a:r>
                        <a:rPr sz="2000" b="0" lang="zh-CN" altLang="en-US">
                          <a:latin typeface="微软雅黑"/>
                          <a:ea typeface="微软雅黑"/>
                          <a:cs typeface="微软雅黑"/>
                        </a:rPr>
                        <a:t>IDEA 职责</a:t>
                      </a:r>
                    </a:p>
                  </a:txBody>
                  <a:tcPr anchor="ctr"/>
                </a:tc>
                <a:tc>
                  <a:txBody>
                    <a:bodyPr wrap="square" lIns="36576" rIns="36576" tIns="18288" bIns="18288" eaLnBrk="1" hangingPunct="1" latinLnBrk="0"/>
                    <a:lstStyle/>
                    <a:p>
                      <a:pPr algn="l" eaLnBrk="1" hangingPunct="1">
                        <a:lnSpc>
                          <a:spcPct val="90000"/>
                        </a:lnSpc>
                        <a:spcBef>
                          <a:spcPts val="600"/>
                        </a:spcBef>
                        <a:spcAft>
                          <a:spcPts val="200"/>
                        </a:spcAft>
                      </a:pPr>
                      <a:r>
                        <a:rPr sz="2000" b="0" lang="zh-CN" altLang="en-US">
                          <a:latin typeface="微软雅黑"/>
                          <a:ea typeface="微软雅黑"/>
                          <a:cs typeface="微软雅黑"/>
                        </a:rPr>
                        <a:t>编码、构建、运行调试与调用分析</a:t>
                      </a:r>
                    </a:p>
                  </a:txBody>
                  <a:tcPr anchor="ctr"/>
                </a:tc>
              </a:tr>
              <a:tr h="613954">
                <a:tc>
                  <a:txBody>
                    <a:bodyPr wrap="square" lIns="36576" rIns="36576" tIns="18288" bIns="18288" eaLnBrk="1" hangingPunct="1" latinLnBrk="0"/>
                    <a:lstStyle/>
                    <a:p>
                      <a:pPr algn="l" eaLnBrk="1" hangingPunct="1">
                        <a:lnSpc>
                          <a:spcPct val="90000"/>
                        </a:lnSpc>
                        <a:spcBef>
                          <a:spcPts val="600"/>
                        </a:spcBef>
                        <a:spcAft>
                          <a:spcPts val="200"/>
                        </a:spcAft>
                      </a:pPr>
                      <a:r>
                        <a:rPr sz="2000" b="0" lang="zh-CN" altLang="en-US">
                          <a:latin typeface="微软雅黑"/>
                          <a:ea typeface="微软雅黑"/>
                          <a:cs typeface="微软雅黑"/>
                        </a:rPr>
                        <a:t>IDEA 边界</a:t>
                      </a:r>
                    </a:p>
                  </a:txBody>
                  <a:tcPr anchor="ctr"/>
                </a:tc>
                <a:tc>
                  <a:txBody>
                    <a:bodyPr wrap="square" lIns="36576" rIns="36576" tIns="18288" bIns="18288" eaLnBrk="1" hangingPunct="1" latinLnBrk="0"/>
                    <a:lstStyle/>
                    <a:p>
                      <a:pPr algn="l" eaLnBrk="1" hangingPunct="1">
                        <a:lnSpc>
                          <a:spcPct val="90000"/>
                        </a:lnSpc>
                        <a:spcBef>
                          <a:spcPts val="600"/>
                        </a:spcBef>
                        <a:spcAft>
                          <a:spcPts val="200"/>
                        </a:spcAft>
                      </a:pPr>
                      <a:r>
                        <a:rPr sz="2000" b="0" lang="zh-CN" altLang="en-US">
                          <a:latin typeface="微软雅黑"/>
                          <a:ea typeface="微软雅黑"/>
                          <a:cs typeface="微软雅黑"/>
                        </a:rPr>
                        <a:t>编译、运行和测试结果是事实依据</a:t>
                      </a:r>
                    </a:p>
                  </a:txBody>
                  <a:tcPr anchor="ctr"/>
                </a:tc>
              </a:tr>
              <a:tr h="613954">
                <a:tc>
                  <a:txBody>
                    <a:bodyPr wrap="square" lIns="36576" rIns="36576" tIns="18288" bIns="18288" eaLnBrk="1" hangingPunct="1" latinLnBrk="0"/>
                    <a:lstStyle/>
                    <a:p>
                      <a:pPr algn="l" eaLnBrk="1" hangingPunct="1">
                        <a:lnSpc>
                          <a:spcPct val="90000"/>
                        </a:lnSpc>
                        <a:spcBef>
                          <a:spcPts val="600"/>
                        </a:spcBef>
                        <a:spcAft>
                          <a:spcPts val="200"/>
                        </a:spcAft>
                      </a:pPr>
                      <a:r>
                        <a:rPr sz="2000" b="0" lang="zh-CN" altLang="en-US">
                          <a:latin typeface="微软雅黑"/>
                          <a:ea typeface="微软雅黑"/>
                          <a:cs typeface="微软雅黑"/>
                        </a:rPr>
                        <a:t>Qoder 角色</a:t>
                      </a:r>
                    </a:p>
                  </a:txBody>
                  <a:tcPr anchor="ctr"/>
                </a:tc>
                <a:tc>
                  <a:txBody>
                    <a:bodyPr wrap="square" lIns="36576" rIns="36576" tIns="18288" bIns="18288" eaLnBrk="1" hangingPunct="1" latinLnBrk="0"/>
                    <a:lstStyle/>
                    <a:p>
                      <a:pPr algn="l" eaLnBrk="1" hangingPunct="1">
                        <a:lnSpc>
                          <a:spcPct val="90000"/>
                        </a:lnSpc>
                        <a:spcBef>
                          <a:spcPts val="600"/>
                        </a:spcBef>
                        <a:spcAft>
                          <a:spcPts val="200"/>
                        </a:spcAft>
                      </a:pPr>
                      <a:r>
                        <a:rPr sz="2000" b="0" lang="zh-CN" altLang="en-US">
                          <a:latin typeface="微软雅黑"/>
                          <a:ea typeface="微软雅黑"/>
                          <a:cs typeface="微软雅黑"/>
                        </a:rPr>
                        <a:t>IDE 内的 AI 编码助手</a:t>
                      </a:r>
                    </a:p>
                  </a:txBody>
                  <a:tcPr anchor="ctr"/>
                </a:tc>
              </a:tr>
              <a:tr h="613954">
                <a:tc>
                  <a:txBody>
                    <a:bodyPr wrap="square" lIns="36576" rIns="36576" tIns="18288" bIns="18288" eaLnBrk="1" hangingPunct="1" latinLnBrk="0"/>
                    <a:lstStyle/>
                    <a:p>
                      <a:pPr algn="l" eaLnBrk="1" hangingPunct="1">
                        <a:lnSpc>
                          <a:spcPct val="90000"/>
                        </a:lnSpc>
                        <a:spcBef>
                          <a:spcPts val="600"/>
                        </a:spcBef>
                        <a:spcAft>
                          <a:spcPts val="200"/>
                        </a:spcAft>
                      </a:pPr>
                      <a:r>
                        <a:rPr sz="2000" b="0" lang="zh-CN" altLang="en-US">
                          <a:latin typeface="微软雅黑"/>
                          <a:ea typeface="微软雅黑"/>
                          <a:cs typeface="微软雅黑"/>
                        </a:rPr>
                        <a:t>Qoder 职责</a:t>
                      </a:r>
                    </a:p>
                  </a:txBody>
                  <a:tcPr anchor="ctr"/>
                </a:tc>
                <a:tc>
                  <a:txBody>
                    <a:bodyPr wrap="square" lIns="36576" rIns="36576" tIns="18288" bIns="18288" eaLnBrk="1" hangingPunct="1" latinLnBrk="0"/>
                    <a:lstStyle/>
                    <a:p>
                      <a:pPr algn="l" eaLnBrk="1" hangingPunct="1">
                        <a:lnSpc>
                          <a:spcPct val="90000"/>
                        </a:lnSpc>
                        <a:spcBef>
                          <a:spcPts val="600"/>
                        </a:spcBef>
                        <a:spcAft>
                          <a:spcPts val="200"/>
                        </a:spcAft>
                      </a:pPr>
                      <a:r>
                        <a:rPr sz="2000" b="0" lang="zh-CN" altLang="en-US">
                          <a:latin typeface="微软雅黑"/>
                          <a:ea typeface="微软雅黑"/>
                          <a:cs typeface="微软雅黑"/>
                        </a:rPr>
                        <a:t>借助 skill 理解代码，起草修改与测试</a:t>
                      </a:r>
                    </a:p>
                  </a:txBody>
                  <a:tcPr anchor="ctr"/>
                </a:tc>
              </a:tr>
              <a:tr h="613956">
                <a:tc>
                  <a:txBody>
                    <a:bodyPr wrap="square" lIns="36576" rIns="36576" tIns="18288" bIns="18288" eaLnBrk="1" hangingPunct="1" latinLnBrk="0"/>
                    <a:lstStyle/>
                    <a:p>
                      <a:pPr algn="l" eaLnBrk="1" hangingPunct="1">
                        <a:lnSpc>
                          <a:spcPct val="90000"/>
                        </a:lnSpc>
                        <a:spcBef>
                          <a:spcPts val="600"/>
                        </a:spcBef>
                        <a:spcAft>
                          <a:spcPts val="200"/>
                        </a:spcAft>
                      </a:pPr>
                      <a:r>
                        <a:rPr sz="2000" b="0" lang="zh-CN" altLang="en-US">
                          <a:latin typeface="微软雅黑"/>
                          <a:ea typeface="微软雅黑"/>
                          <a:cs typeface="微软雅黑"/>
                        </a:rPr>
                        <a:t>Qoder 边界</a:t>
                      </a:r>
                    </a:p>
                  </a:txBody>
                  <a:tcPr anchor="ctr"/>
                </a:tc>
                <a:tc>
                  <a:txBody>
                    <a:bodyPr wrap="square" lIns="36576" rIns="36576" tIns="18288" bIns="18288" eaLnBrk="1" hangingPunct="1" latinLnBrk="0"/>
                    <a:lstStyle/>
                    <a:p>
                      <a:pPr algn="l" eaLnBrk="1" hangingPunct="1">
                        <a:lnSpc>
                          <a:spcPct val="90000"/>
                        </a:lnSpc>
                        <a:spcBef>
                          <a:spcPts val="600"/>
                        </a:spcBef>
                        <a:spcAft>
                          <a:spcPts val="200"/>
                        </a:spcAft>
                      </a:pPr>
                      <a:r>
                        <a:rPr sz="2000" b="0" lang="zh-CN" altLang="en-US">
                          <a:latin typeface="微软雅黑"/>
                          <a:ea typeface="微软雅黑"/>
                          <a:cs typeface="微软雅黑"/>
                        </a:rPr>
                        <a:t>须人工审查和测试验证，不得触碰不可变约束</a:t>
                      </a:r>
                    </a:p>
                  </a:txBody>
                  <a:tcPr anchor="ctr"/>
                </a:tc>
              </a:tr>
            </a:tbl>
          </a:graphicData>
        </a:graphic>
      </p:graphicFrame>
    </p:spTree>
  </p:cSld>
  <p:clrMapOvr>
    <a:masterClrMapping/>
  </p:clrMapOvr>
  <p:hf sldNum="0" hdr="0" ftr="0" dt="0"/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 lIns="54864" rIns="54864" tIns="18288" bIns="18288" eaLnBrk="1" hangingPunct="1" latinLnBrk="0"/>
          <a:lstStyle/>
          <a:p>
            <a:pPr algn="l" eaLnBrk="1" hangingPunct="1">
              <a:lnSpc>
                <a:spcPct val="100000"/>
              </a:lnSpc>
              <a:spcBef>
                <a:spcPts val="600"/>
              </a:spcBef>
              <a:spcAft>
                <a:spcPts val="200"/>
              </a:spcAft>
            </a:pPr>
            <a:r>
              <a:rPr sz="2800" b="0" lang="zh-CN" altLang="en-US">
                <a:latin typeface="微软雅黑"/>
                <a:ea typeface="微软雅黑"/>
                <a:cs typeface="微软雅黑"/>
              </a:rPr>
              <a:t>三个工具：DeepSeek</a:t>
            </a:r>
          </a:p>
        </p:txBody>
      </p:sp>
      <p:graphicFrame>
        <p:nvGraphicFramePr>
          <p:cNvPr id="3" name="table"/>
          <p:cNvGraphicFramePr>
            <a:graphicFrameLocks noGrp="1"/>
          </p:cNvGraphicFramePr>
          <p:nvPr/>
        </p:nvGraphicFramePr>
        <p:xfrm>
          <a:off x="365760" y="1481328"/>
          <a:ext cx="8503920" cy="29992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37360"/>
                <a:gridCol w="6766560"/>
              </a:tblGrid>
              <a:tr h="749808">
                <a:tc>
                  <a:txBody>
                    <a:bodyPr wrap="square" lIns="36576" rIns="36576" tIns="18288" bIns="18288" eaLnBrk="1" hangingPunct="1" latinLnBrk="0"/>
                    <a:lstStyle/>
                    <a:p>
                      <a:pPr algn="l" eaLnBrk="1" hangingPunct="1">
                        <a:lnSpc>
                          <a:spcPct val="90000"/>
                        </a:lnSpc>
                        <a:spcBef>
                          <a:spcPts val="600"/>
                        </a:spcBef>
                        <a:spcAft>
                          <a:spcPts val="200"/>
                        </a:spcAft>
                      </a:pPr>
                      <a:r>
                        <a:rPr sz="2000" b="0" lang="zh-CN" altLang="en-US">
                          <a:latin typeface="微软雅黑"/>
                          <a:ea typeface="微软雅黑"/>
                          <a:cs typeface="微软雅黑"/>
                        </a:rPr>
                        <a:t/>
                      </a:r>
                    </a:p>
                  </a:txBody>
                  <a:tcPr anchor="ctr"/>
                </a:tc>
                <a:tc>
                  <a:txBody>
                    <a:bodyPr wrap="square" lIns="36576" rIns="36576" tIns="18288" bIns="18288" eaLnBrk="1" hangingPunct="1" latinLnBrk="0"/>
                    <a:lstStyle/>
                    <a:p>
                      <a:pPr algn="l" eaLnBrk="1" hangingPunct="1">
                        <a:lnSpc>
                          <a:spcPct val="90000"/>
                        </a:lnSpc>
                        <a:spcBef>
                          <a:spcPts val="600"/>
                        </a:spcBef>
                        <a:spcAft>
                          <a:spcPts val="200"/>
                        </a:spcAft>
                      </a:pPr>
                      <a:r>
                        <a:rPr sz="2000" b="0" lang="zh-CN" altLang="en-US">
                          <a:latin typeface="微软雅黑"/>
                          <a:ea typeface="微软雅黑"/>
                          <a:cs typeface="微软雅黑"/>
                        </a:rPr>
                        <a:t>内容</a:t>
                      </a:r>
                    </a:p>
                  </a:txBody>
                  <a:tcPr anchor="ctr"/>
                </a:tc>
              </a:tr>
              <a:tr h="749808">
                <a:tc>
                  <a:txBody>
                    <a:bodyPr wrap="square" lIns="36576" rIns="36576" tIns="18288" bIns="18288" eaLnBrk="1" hangingPunct="1" latinLnBrk="0"/>
                    <a:lstStyle/>
                    <a:p>
                      <a:pPr algn="l" eaLnBrk="1" hangingPunct="1">
                        <a:lnSpc>
                          <a:spcPct val="90000"/>
                        </a:lnSpc>
                        <a:spcBef>
                          <a:spcPts val="600"/>
                        </a:spcBef>
                        <a:spcAft>
                          <a:spcPts val="200"/>
                        </a:spcAft>
                      </a:pPr>
                      <a:r>
                        <a:rPr sz="2000" b="0" lang="zh-CN" altLang="en-US">
                          <a:latin typeface="微软雅黑"/>
                          <a:ea typeface="微软雅黑"/>
                          <a:cs typeface="微软雅黑"/>
                        </a:rPr>
                        <a:t>角色</a:t>
                      </a:r>
                    </a:p>
                  </a:txBody>
                  <a:tcPr anchor="ctr"/>
                </a:tc>
                <a:tc>
                  <a:txBody>
                    <a:bodyPr wrap="square" lIns="36576" rIns="36576" tIns="18288" bIns="18288" eaLnBrk="1" hangingPunct="1" latinLnBrk="0"/>
                    <a:lstStyle/>
                    <a:p>
                      <a:pPr algn="l" eaLnBrk="1" hangingPunct="1">
                        <a:lnSpc>
                          <a:spcPct val="90000"/>
                        </a:lnSpc>
                        <a:spcBef>
                          <a:spcPts val="600"/>
                        </a:spcBef>
                        <a:spcAft>
                          <a:spcPts val="200"/>
                        </a:spcAft>
                      </a:pPr>
                      <a:r>
                        <a:rPr sz="2000" b="0" lang="zh-CN" altLang="en-US">
                          <a:latin typeface="微软雅黑"/>
                          <a:ea typeface="微软雅黑"/>
                          <a:cs typeface="微软雅黑"/>
                        </a:rPr>
                        <a:t>提供推理的大模型服务</a:t>
                      </a:r>
                    </a:p>
                  </a:txBody>
                  <a:tcPr anchor="ctr"/>
                </a:tc>
              </a:tr>
              <a:tr h="749808">
                <a:tc>
                  <a:txBody>
                    <a:bodyPr wrap="square" lIns="36576" rIns="36576" tIns="18288" bIns="18288" eaLnBrk="1" hangingPunct="1" latinLnBrk="0"/>
                    <a:lstStyle/>
                    <a:p>
                      <a:pPr algn="l" eaLnBrk="1" hangingPunct="1">
                        <a:lnSpc>
                          <a:spcPct val="90000"/>
                        </a:lnSpc>
                        <a:spcBef>
                          <a:spcPts val="600"/>
                        </a:spcBef>
                        <a:spcAft>
                          <a:spcPts val="200"/>
                        </a:spcAft>
                      </a:pPr>
                      <a:r>
                        <a:rPr sz="2000" b="0" lang="zh-CN" altLang="en-US">
                          <a:latin typeface="微软雅黑"/>
                          <a:ea typeface="微软雅黑"/>
                          <a:cs typeface="微软雅黑"/>
                        </a:rPr>
                        <a:t>职责</a:t>
                      </a:r>
                    </a:p>
                  </a:txBody>
                  <a:tcPr anchor="ctr"/>
                </a:tc>
                <a:tc>
                  <a:txBody>
                    <a:bodyPr wrap="square" lIns="36576" rIns="36576" tIns="18288" bIns="18288" eaLnBrk="1" hangingPunct="1" latinLnBrk="0"/>
                    <a:lstStyle/>
                    <a:p>
                      <a:pPr algn="l" eaLnBrk="1" hangingPunct="1">
                        <a:lnSpc>
                          <a:spcPct val="90000"/>
                        </a:lnSpc>
                        <a:spcBef>
                          <a:spcPts val="600"/>
                        </a:spcBef>
                        <a:spcAft>
                          <a:spcPts val="200"/>
                        </a:spcAft>
                      </a:pPr>
                      <a:r>
                        <a:rPr sz="2000" b="0" lang="zh-CN" altLang="en-US">
                          <a:latin typeface="微软雅黑"/>
                          <a:ea typeface="微软雅黑"/>
                          <a:cs typeface="微软雅黑"/>
                        </a:rPr>
                        <a:t>为助手提供推理</a:t>
                      </a:r>
                    </a:p>
                  </a:txBody>
                  <a:tcPr anchor="ctr"/>
                </a:tc>
              </a:tr>
              <a:tr h="749808">
                <a:tc>
                  <a:txBody>
                    <a:bodyPr wrap="square" lIns="36576" rIns="36576" tIns="18288" bIns="18288" eaLnBrk="1" hangingPunct="1" latinLnBrk="0"/>
                    <a:lstStyle/>
                    <a:p>
                      <a:pPr algn="l" eaLnBrk="1" hangingPunct="1">
                        <a:lnSpc>
                          <a:spcPct val="90000"/>
                        </a:lnSpc>
                        <a:spcBef>
                          <a:spcPts val="600"/>
                        </a:spcBef>
                        <a:spcAft>
                          <a:spcPts val="200"/>
                        </a:spcAft>
                      </a:pPr>
                      <a:r>
                        <a:rPr sz="2000" b="0" lang="zh-CN" altLang="en-US">
                          <a:latin typeface="微软雅黑"/>
                          <a:ea typeface="微软雅黑"/>
                          <a:cs typeface="微软雅黑"/>
                        </a:rPr>
                        <a:t>边界</a:t>
                      </a:r>
                    </a:p>
                  </a:txBody>
                  <a:tcPr anchor="ctr"/>
                </a:tc>
                <a:tc>
                  <a:txBody>
                    <a:bodyPr wrap="square" lIns="36576" rIns="36576" tIns="18288" bIns="18288" eaLnBrk="1" hangingPunct="1" latinLnBrk="0"/>
                    <a:lstStyle/>
                    <a:p>
                      <a:pPr algn="l" eaLnBrk="1" hangingPunct="1">
                        <a:lnSpc>
                          <a:spcPct val="90000"/>
                        </a:lnSpc>
                        <a:spcBef>
                          <a:spcPts val="600"/>
                        </a:spcBef>
                        <a:spcAft>
                          <a:spcPts val="200"/>
                        </a:spcAft>
                      </a:pPr>
                      <a:r>
                        <a:rPr sz="2000" b="0" lang="zh-CN" altLang="en-US">
                          <a:latin typeface="微软雅黑"/>
                          <a:ea typeface="微软雅黑"/>
                          <a:cs typeface="微软雅黑"/>
                        </a:rPr>
                        <a:t>不掌握本地运行时事实，可能出错，不得上传密钥与隐私数据</a:t>
                      </a:r>
                    </a:p>
                  </a:txBody>
                  <a:tcPr anchor="ctr"/>
                </a:tc>
              </a:tr>
            </a:tbl>
          </a:graphicData>
        </a:graphic>
      </p:graphicFrame>
    </p:spTree>
  </p:cSld>
  <p:clrMapOvr>
    <a:masterClrMapping/>
  </p:clrMapOvr>
  <p:hf sldNum="0" hdr="0" ftr="0" dt="0"/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 lIns="54864" rIns="54864" tIns="18288" bIns="18288" eaLnBrk="1" hangingPunct="1" latinLnBrk="0"/>
          <a:lstStyle/>
          <a:p>
            <a:pPr algn="l" eaLnBrk="1" hangingPunct="1">
              <a:lnSpc>
                <a:spcPct val="100000"/>
              </a:lnSpc>
              <a:spcBef>
                <a:spcPts val="600"/>
              </a:spcBef>
              <a:spcAft>
                <a:spcPts val="200"/>
              </a:spcAft>
            </a:pPr>
            <a:r>
              <a:rPr sz="2800" b="0" lang="zh-CN" altLang="en-US">
                <a:latin typeface="微软雅黑"/>
                <a:ea typeface="微软雅黑"/>
                <a:cs typeface="微软雅黑"/>
              </a:rPr>
              <a:t>谁提出、谁执行、谁裁决</a:t>
            </a:r>
          </a:p>
        </p:txBody>
      </p:sp>
      <p:sp>
        <p:nvSpPr>
          <p:cNvPr id="3" name="body"/>
          <p:cNvSpPr txBox="1"/>
          <p:nvPr/>
        </p:nvSpPr>
        <p:spPr>
          <a:xfrm>
            <a:off x="411480" y="1572768"/>
            <a:ext cx="8321040" cy="786384"/>
          </a:xfrm>
          <a:prstGeom prst="rect">
            <a:avLst/>
          </a:prstGeom>
          <a:noFill/>
        </p:spPr>
        <p:txBody>
          <a:bodyPr wrap="square" lIns="54864" rIns="54864" tIns="18288" bIns="18288" eaLnBrk="1" hangingPunct="1" latinLnBrk="0"/>
          <a:lstStyle/>
          <a:p>
            <a:pPr algn="l" eaLnBrk="1" hangingPunct="1" marL="469900" indent="-469900">
              <a:lnSpc>
                <a:spcPct val="100000"/>
              </a:lnSpc>
              <a:spcBef>
                <a:spcPts val="400"/>
              </a:spcBef>
              <a:spcAft>
                <a:spcPts val="200"/>
              </a:spcAft>
              <a:buClr>
                <a:schemeClr val="accent2"/>
              </a:buClr>
              <a:buFont typeface="Wingdings" pitchFamily="2" charset="2"/>
              <a:buChar char="n"/>
            </a:pPr>
            <a:r>
              <a:rPr sz="2200" b="0" lang="zh-CN" altLang="en-US">
                <a:latin typeface="微软雅黑"/>
                <a:ea typeface="微软雅黑"/>
                <a:cs typeface="微软雅黑"/>
              </a:rPr>
              <a:t>人对产出的正确性与质量负责，并要能解释每一处</a:t>
            </a:r>
          </a:p>
        </p:txBody>
      </p:sp>
      <p:sp>
        <p:nvSpPr>
          <p:cNvPr id="4" name="fig"/>
          <p:cNvSpPr/>
          <p:nvPr/>
        </p:nvSpPr>
        <p:spPr>
          <a:xfrm>
            <a:off x="411480" y="2432304"/>
            <a:ext cx="8321040" cy="880871"/>
          </a:xfrm>
          <a:prstGeom prst="roundRect">
            <a:avLst/>
          </a:prstGeom>
          <a:solidFill>
            <a:srgbClr val="F6E8E6"/>
          </a:solidFill>
          <a:ln>
            <a:solidFill>
              <a:srgbClr val="A33B38"/>
            </a:solidFill>
          </a:ln>
        </p:spPr>
        <p:txBody>
          <a:bodyPr rtlCol="0" anchor="ctr" wrap="square" lIns="54864" rIns="54864" tIns="18288" bIns="18288" eaLnBrk="1" hangingPunct="1" latinLnBrk="0"/>
          <a:lstStyle/>
          <a:p>
            <a:pPr algn="ctr" eaLnBrk="1" hangingPunct="1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2200" b="0" lang="zh-CN" altLang="en-US">
                <a:latin typeface="微软雅黑"/>
                <a:ea typeface="微软雅黑"/>
                <a:cs typeface="微软雅黑"/>
              </a:rPr>
              <a:t>提出：Qoder CN 起草，DeepSeek 推理</a:t>
            </a:r>
          </a:p>
        </p:txBody>
      </p:sp>
      <p:sp>
        <p:nvSpPr>
          <p:cNvPr id="5" name="fig"/>
          <p:cNvSpPr/>
          <p:nvPr/>
        </p:nvSpPr>
        <p:spPr>
          <a:xfrm>
            <a:off x="4434840" y="3313175"/>
            <a:ext cx="274320" cy="164592"/>
          </a:xfrm>
          <a:prstGeom prst="downArrow">
            <a:avLst/>
          </a:prstGeom>
          <a:solidFill>
            <a:srgbClr val="C05A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fig"/>
          <p:cNvSpPr/>
          <p:nvPr/>
        </p:nvSpPr>
        <p:spPr>
          <a:xfrm>
            <a:off x="411480" y="3587496"/>
            <a:ext cx="8321040" cy="880871"/>
          </a:xfrm>
          <a:prstGeom prst="roundRect">
            <a:avLst/>
          </a:prstGeom>
          <a:solidFill>
            <a:srgbClr val="F6E8E6"/>
          </a:solidFill>
          <a:ln>
            <a:solidFill>
              <a:srgbClr val="A33B38"/>
            </a:solidFill>
          </a:ln>
        </p:spPr>
        <p:txBody>
          <a:bodyPr rtlCol="0" anchor="ctr" wrap="square" lIns="54864" rIns="54864" tIns="18288" bIns="18288" eaLnBrk="1" hangingPunct="1" latinLnBrk="0"/>
          <a:lstStyle/>
          <a:p>
            <a:pPr algn="ctr" eaLnBrk="1" hangingPunct="1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2200" b="0" lang="zh-CN" altLang="en-US">
                <a:latin typeface="微软雅黑"/>
                <a:ea typeface="微软雅黑"/>
                <a:cs typeface="微软雅黑"/>
              </a:rPr>
              <a:t>执行：IDEA 编码、构建、运行调试</a:t>
            </a:r>
          </a:p>
        </p:txBody>
      </p:sp>
      <p:sp>
        <p:nvSpPr>
          <p:cNvPr id="7" name="fig"/>
          <p:cNvSpPr/>
          <p:nvPr/>
        </p:nvSpPr>
        <p:spPr>
          <a:xfrm>
            <a:off x="4434840" y="4468368"/>
            <a:ext cx="274320" cy="164592"/>
          </a:xfrm>
          <a:prstGeom prst="downArrow">
            <a:avLst/>
          </a:prstGeom>
          <a:solidFill>
            <a:srgbClr val="C05A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fig"/>
          <p:cNvSpPr/>
          <p:nvPr/>
        </p:nvSpPr>
        <p:spPr>
          <a:xfrm>
            <a:off x="411480" y="4742688"/>
            <a:ext cx="8321040" cy="880871"/>
          </a:xfrm>
          <a:prstGeom prst="roundRect">
            <a:avLst/>
          </a:prstGeom>
          <a:solidFill>
            <a:srgbClr val="F6E8E6"/>
          </a:solidFill>
          <a:ln>
            <a:solidFill>
              <a:srgbClr val="A33B38"/>
            </a:solidFill>
          </a:ln>
        </p:spPr>
        <p:txBody>
          <a:bodyPr rtlCol="0" anchor="ctr" wrap="square" lIns="54864" rIns="54864" tIns="18288" bIns="18288" eaLnBrk="1" hangingPunct="1" latinLnBrk="0"/>
          <a:lstStyle/>
          <a:p>
            <a:pPr algn="ctr" eaLnBrk="1" hangingPunct="1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2200" b="0" lang="zh-CN" altLang="en-US">
                <a:latin typeface="微软雅黑"/>
                <a:ea typeface="微软雅黑"/>
                <a:cs typeface="微软雅黑"/>
              </a:rPr>
              <a:t>裁决：人工审查，编译运行测试是事实</a:t>
            </a:r>
          </a:p>
        </p:txBody>
      </p:sp>
    </p:spTree>
  </p:cSld>
  <p:clrMapOvr>
    <a:masterClrMapping/>
  </p:clrMapOvr>
  <p:hf sldNum="0" hdr="0" ftr="0" dt="0"/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 lIns="54864" rIns="54864" tIns="18288" bIns="18288" eaLnBrk="1" hangingPunct="1" latinLnBrk="0"/>
          <a:lstStyle/>
          <a:p>
            <a:pPr algn="l" eaLnBrk="1" hangingPunct="1">
              <a:lnSpc>
                <a:spcPct val="100000"/>
              </a:lnSpc>
              <a:spcBef>
                <a:spcPts val="600"/>
              </a:spcBef>
              <a:spcAft>
                <a:spcPts val="200"/>
              </a:spcAft>
            </a:pPr>
            <a:r>
              <a:rPr sz="2800" b="0" lang="zh-CN" altLang="en-US">
                <a:latin typeface="微软雅黑"/>
                <a:ea typeface="微软雅黑"/>
                <a:cs typeface="微软雅黑"/>
              </a:rPr>
              <a:t>环境检查</a:t>
            </a:r>
          </a:p>
        </p:txBody>
      </p:sp>
      <p:sp>
        <p:nvSpPr>
          <p:cNvPr id="3" name="body"/>
          <p:cNvSpPr txBox="1"/>
          <p:nvPr/>
        </p:nvSpPr>
        <p:spPr>
          <a:xfrm>
            <a:off x="411480" y="1481328"/>
            <a:ext cx="8321040" cy="1847088"/>
          </a:xfrm>
          <a:prstGeom prst="rect">
            <a:avLst/>
          </a:prstGeom>
          <a:noFill/>
        </p:spPr>
        <p:txBody>
          <a:bodyPr wrap="square" lIns="54864" rIns="54864" tIns="18288" bIns="18288" eaLnBrk="1" hangingPunct="1" latinLnBrk="0"/>
          <a:lstStyle/>
          <a:p>
            <a:pPr algn="l" eaLnBrk="1" hangingPunct="1" marL="469900" indent="-469900">
              <a:lnSpc>
                <a:spcPct val="100000"/>
              </a:lnSpc>
              <a:spcBef>
                <a:spcPts val="400"/>
              </a:spcBef>
              <a:spcAft>
                <a:spcPts val="200"/>
              </a:spcAft>
              <a:buClr>
                <a:schemeClr val="accent2"/>
              </a:buClr>
              <a:buFont typeface="Wingdings" pitchFamily="2" charset="2"/>
              <a:buChar char="n"/>
            </a:pPr>
            <a:r>
              <a:rPr sz="2200" b="0" lang="zh-CN" altLang="en-US">
                <a:latin typeface="微软雅黑"/>
                <a:ea typeface="微软雅黑"/>
                <a:cs typeface="微软雅黑"/>
              </a:rPr>
              <a:t>必备 JDK 17、Maven、IDEA；Qoder 与 DeepSeek 选开</a:t>
            </a:r>
          </a:p>
          <a:p>
            <a:pPr algn="l" eaLnBrk="1" hangingPunct="1" marL="469900" indent="-469900">
              <a:lnSpc>
                <a:spcPct val="100000"/>
              </a:lnSpc>
              <a:spcBef>
                <a:spcPts val="400"/>
              </a:spcBef>
              <a:spcAft>
                <a:spcPts val="200"/>
              </a:spcAft>
              <a:buClr>
                <a:schemeClr val="accent2"/>
              </a:buClr>
              <a:buFont typeface="Wingdings" pitchFamily="2" charset="2"/>
              <a:buChar char="n"/>
            </a:pPr>
            <a:r>
              <a:rPr sz="2200" b="0" lang="zh-CN" altLang="en-US">
                <a:latin typeface="微软雅黑"/>
                <a:ea typeface="微软雅黑"/>
                <a:cs typeface="微软雅黑"/>
              </a:rPr>
              <a:t>运行环境与模型入口由教师、助教课前准备</a:t>
            </a:r>
          </a:p>
          <a:p>
            <a:pPr algn="l" eaLnBrk="1" hangingPunct="1" marL="469900" indent="-469900">
              <a:lnSpc>
                <a:spcPct val="100000"/>
              </a:lnSpc>
              <a:spcBef>
                <a:spcPts val="400"/>
              </a:spcBef>
              <a:spcAft>
                <a:spcPts val="200"/>
              </a:spcAft>
              <a:buClr>
                <a:schemeClr val="accent2"/>
              </a:buClr>
              <a:buFont typeface="Wingdings" pitchFamily="2" charset="2"/>
              <a:buChar char="n"/>
            </a:pPr>
            <a:r>
              <a:rPr sz="2200" b="0" lang="zh-CN" altLang="en-US">
                <a:latin typeface="微软雅黑"/>
                <a:ea typeface="微软雅黑"/>
                <a:cs typeface="微软雅黑"/>
              </a:rPr>
              <a:t>根 pom.xml 第 36 行写死了 docker.host（192.168.3.101:2375）</a:t>
            </a:r>
          </a:p>
        </p:txBody>
      </p:sp>
      <p:sp>
        <p:nvSpPr>
          <p:cNvPr id="4" name="cap"/>
          <p:cNvSpPr txBox="1"/>
          <p:nvPr/>
        </p:nvSpPr>
        <p:spPr>
          <a:xfrm>
            <a:off x="502920" y="3712464"/>
            <a:ext cx="8138160" cy="384048"/>
          </a:xfrm>
          <a:prstGeom prst="rect">
            <a:avLst/>
          </a:prstGeom>
          <a:noFill/>
        </p:spPr>
        <p:txBody>
          <a:bodyPr wrap="square" lIns="54864" rIns="54864" tIns="18288" bIns="18288" eaLnBrk="1" hangingPunct="1" latinLnBrk="0"/>
          <a:lstStyle/>
          <a:p>
            <a:pPr algn="l" eaLnBrk="1" hangingPunct="1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</a:pPr>
            <a:r>
              <a:rPr sz="2200" b="0" lang="zh-CN" altLang="en-US">
                <a:latin typeface="微软雅黑"/>
                <a:ea typeface="微软雅黑"/>
                <a:cs typeface="微软雅黑"/>
              </a:rPr>
              <a:t>构建命令</a:t>
            </a:r>
          </a:p>
        </p:txBody>
      </p:sp>
      <p:sp>
        <p:nvSpPr>
          <p:cNvPr id="5" name="code-cmd"/>
          <p:cNvSpPr txBox="1"/>
          <p:nvPr/>
        </p:nvSpPr>
        <p:spPr>
          <a:xfrm>
            <a:off x="502920" y="4133088"/>
            <a:ext cx="8138160" cy="420624"/>
          </a:xfrm>
          <a:prstGeom prst="rect">
            <a:avLst/>
          </a:prstGeom>
          <a:solidFill>
            <a:srgbClr val="F0F0F0"/>
          </a:solidFill>
        </p:spPr>
        <p:txBody>
          <a:bodyPr wrap="square" lIns="18288" rIns="18288" tIns="18288" bIns="18288" eaLnBrk="1" hangingPunct="1" latinLnBrk="0"/>
          <a:lstStyle/>
          <a:p>
            <a:pPr algn="l" eaLnBrk="1" hangingPunct="1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</a:pPr>
            <a:r>
              <a:rPr sz="1600" b="0" lang="zh-CN" altLang="en-US">
                <a:latin typeface="Consolas"/>
                <a:ea typeface="Consolas"/>
                <a:cs typeface="Consolas"/>
              </a:rPr>
              <a:t>mvn -B -DskipTests -Ddocker.skip=true -pl mall-portal -am package</a:t>
            </a:r>
          </a:p>
        </p:txBody>
      </p:sp>
    </p:spTree>
  </p:cSld>
  <p:clrMapOvr>
    <a:masterClrMapping/>
  </p:clrMapOvr>
  <p:hf sldNum="0" hdr="0" ftr="0" dt="0"/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 lIns="54864" rIns="54864" tIns="18288" bIns="18288" eaLnBrk="1" hangingPunct="1" latinLnBrk="0"/>
          <a:lstStyle/>
          <a:p>
            <a:pPr algn="l" eaLnBrk="1" hangingPunct="1">
              <a:lnSpc>
                <a:spcPct val="100000"/>
              </a:lnSpc>
              <a:spcBef>
                <a:spcPts val="600"/>
              </a:spcBef>
              <a:spcAft>
                <a:spcPts val="200"/>
              </a:spcAft>
            </a:pPr>
            <a:r>
              <a:rPr sz="2800" b="0" lang="zh-CN" altLang="en-US">
                <a:latin typeface="微软雅黑"/>
                <a:ea typeface="微软雅黑"/>
                <a:cs typeface="微软雅黑"/>
              </a:rPr>
              <a:t>后台菜单局部</a:t>
            </a:r>
          </a:p>
        </p:txBody>
      </p:sp>
      <p:pic>
        <p:nvPicPr>
          <p:cNvPr id="3" name="pic#mall#crop#baseline-dcaa93b3#document/resource/mall_admin_show.png#admin-nav.png" descr="admin-nav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0820" y="1298448"/>
            <a:ext cx="6982358" cy="3035808"/>
          </a:xfrm>
          <a:prstGeom prst="rect">
            <a:avLst/>
          </a:prstGeom>
        </p:spPr>
      </p:pic>
      <p:sp>
        <p:nvSpPr>
          <p:cNvPr id="4" name="body"/>
          <p:cNvSpPr txBox="1"/>
          <p:nvPr/>
        </p:nvSpPr>
        <p:spPr>
          <a:xfrm>
            <a:off x="365760" y="4370832"/>
            <a:ext cx="8412480" cy="1207007"/>
          </a:xfrm>
          <a:prstGeom prst="rect">
            <a:avLst/>
          </a:prstGeom>
          <a:noFill/>
        </p:spPr>
        <p:txBody>
          <a:bodyPr wrap="square" lIns="54864" rIns="54864" tIns="18288" bIns="18288" eaLnBrk="1" hangingPunct="1" latinLnBrk="0"/>
          <a:lstStyle/>
          <a:p>
            <a:pPr algn="l" eaLnBrk="1" hangingPunct="1" marL="469900" indent="-469900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accent2"/>
              </a:buClr>
              <a:buFont typeface="Wingdings" pitchFamily="2" charset="2"/>
              <a:buChar char="n"/>
            </a:pPr>
            <a:r>
              <a:rPr sz="2400" b="0" lang="zh-CN" altLang="en-US">
                <a:latin typeface="微软雅黑"/>
                <a:ea typeface="微软雅黑"/>
                <a:cs typeface="微软雅黑"/>
              </a:rPr>
              <a:t>图中侧栏三段：商品、订单、营销、权限</a:t>
            </a:r>
          </a:p>
          <a:p>
            <a:pPr algn="l" eaLnBrk="1" hangingPunct="1" marL="469900" indent="-469900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accent2"/>
              </a:buClr>
              <a:buFont typeface="Wingdings" pitchFamily="2" charset="2"/>
              <a:buChar char="n"/>
            </a:pPr>
            <a:r>
              <a:rPr sz="2400" b="0" lang="zh-CN" altLang="en-US">
                <a:latin typeface="微软雅黑"/>
                <a:ea typeface="微软雅黑"/>
                <a:cs typeface="微软雅黑"/>
              </a:rPr>
              <a:t>现场演示后台：商品、订单、促销、内容、用户</a:t>
            </a:r>
          </a:p>
        </p:txBody>
      </p:sp>
      <p:sp>
        <p:nvSpPr>
          <p:cNvPr id="5" name="fn"/>
          <p:cNvSpPr txBox="1"/>
          <p:nvPr/>
        </p:nvSpPr>
        <p:spPr>
          <a:xfrm>
            <a:off x="411480" y="5614416"/>
            <a:ext cx="8321040" cy="292608"/>
          </a:xfrm>
          <a:prstGeom prst="rect">
            <a:avLst/>
          </a:prstGeom>
          <a:noFill/>
        </p:spPr>
        <p:txBody>
          <a:bodyPr wrap="square" lIns="54864" rIns="54864" tIns="18288" bIns="18288" eaLnBrk="1" hangingPunct="1" latinLnBrk="0"/>
          <a:lstStyle/>
          <a:p>
            <a:pPr algn="l" eaLnBrk="1" hangingPunct="1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</a:pPr>
            <a:r>
              <a:rPr sz="1200" b="0" lang="zh-CN" altLang="en-US">
                <a:latin typeface="微软雅黑"/>
                <a:ea typeface="微软雅黑"/>
                <a:cs typeface="微软雅黑"/>
              </a:rPr>
              <a:t>局部放大。图片来源：macrozheng/​mall，Apache-2.0</a:t>
            </a:r>
          </a:p>
        </p:txBody>
      </p:sp>
    </p:spTree>
  </p:cSld>
  <p:clrMapOvr>
    <a:masterClrMapping/>
  </p:clrMapOvr>
  <p:hf sldNum="0" hdr="0" ftr="0" dt="0"/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 lIns="54864" rIns="54864" tIns="18288" bIns="18288" eaLnBrk="1" hangingPunct="1" latinLnBrk="0"/>
          <a:lstStyle/>
          <a:p>
            <a:pPr algn="l" eaLnBrk="1" hangingPunct="1">
              <a:lnSpc>
                <a:spcPct val="100000"/>
              </a:lnSpc>
              <a:spcBef>
                <a:spcPts val="600"/>
              </a:spcBef>
              <a:spcAft>
                <a:spcPts val="200"/>
              </a:spcAft>
            </a:pPr>
            <a:r>
              <a:rPr sz="2800" b="0" lang="zh-CN" altLang="en-US">
                <a:latin typeface="微软雅黑"/>
                <a:ea typeface="微软雅黑"/>
                <a:cs typeface="微软雅黑"/>
              </a:rPr>
              <a:t>前台首页局部</a:t>
            </a:r>
          </a:p>
        </p:txBody>
      </p:sp>
      <p:pic>
        <p:nvPicPr>
          <p:cNvPr id="3" name="pic#mall#crop#baseline-dcaa93b3#document/resource/re_mall_app_show.jpg#app-home.jpg" descr="app-hom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70892" y="1298448"/>
            <a:ext cx="6602215" cy="2505456"/>
          </a:xfrm>
          <a:prstGeom prst="rect">
            <a:avLst/>
          </a:prstGeom>
        </p:spPr>
      </p:pic>
      <p:sp>
        <p:nvSpPr>
          <p:cNvPr id="4" name="body"/>
          <p:cNvSpPr txBox="1"/>
          <p:nvPr/>
        </p:nvSpPr>
        <p:spPr>
          <a:xfrm>
            <a:off x="365760" y="3840480"/>
            <a:ext cx="8412480" cy="1737359"/>
          </a:xfrm>
          <a:prstGeom prst="rect">
            <a:avLst/>
          </a:prstGeom>
          <a:noFill/>
        </p:spPr>
        <p:txBody>
          <a:bodyPr wrap="square" lIns="54864" rIns="54864" tIns="18288" bIns="18288" eaLnBrk="1" hangingPunct="1" latinLnBrk="0"/>
          <a:lstStyle/>
          <a:p>
            <a:pPr algn="l" eaLnBrk="1" hangingPunct="1" marL="469900" indent="-469900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accent2"/>
              </a:buClr>
              <a:buFont typeface="Wingdings" pitchFamily="2" charset="2"/>
              <a:buChar char="n"/>
            </a:pPr>
            <a:r>
              <a:rPr sz="2400" b="0" lang="zh-CN" altLang="en-US">
                <a:latin typeface="微软雅黑"/>
                <a:ea typeface="微软雅黑"/>
                <a:cs typeface="微软雅黑"/>
              </a:rPr>
              <a:t>图中是前台首页顶部的搜索</a:t>
            </a:r>
          </a:p>
          <a:p>
            <a:pPr algn="l" eaLnBrk="1" hangingPunct="1" marL="469900" indent="-469900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accent2"/>
              </a:buClr>
              <a:buFont typeface="Wingdings" pitchFamily="2" charset="2"/>
              <a:buChar char="n"/>
            </a:pPr>
            <a:r>
              <a:rPr sz="2400" b="0" lang="zh-CN" altLang="en-US">
                <a:latin typeface="微软雅黑"/>
                <a:ea typeface="微软雅黑"/>
                <a:cs typeface="微软雅黑"/>
              </a:rPr>
              <a:t>现场演示前台：首页、搜索、购物车、下单、会员中心</a:t>
            </a:r>
          </a:p>
          <a:p>
            <a:pPr algn="l" eaLnBrk="1" hangingPunct="1" marL="469900" indent="-469900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accent2"/>
              </a:buClr>
              <a:buFont typeface="Wingdings" pitchFamily="2" charset="2"/>
              <a:buChar char="n"/>
            </a:pPr>
            <a:r>
              <a:rPr sz="2400" b="0" lang="zh-CN" altLang="en-US">
                <a:latin typeface="微软雅黑"/>
                <a:ea typeface="微软雅黑"/>
                <a:cs typeface="微软雅黑"/>
              </a:rPr>
              <a:t>下单从购物车进入前台</a:t>
            </a:r>
          </a:p>
        </p:txBody>
      </p:sp>
      <p:sp>
        <p:nvSpPr>
          <p:cNvPr id="5" name="fn"/>
          <p:cNvSpPr txBox="1"/>
          <p:nvPr/>
        </p:nvSpPr>
        <p:spPr>
          <a:xfrm>
            <a:off x="411480" y="5614416"/>
            <a:ext cx="8321040" cy="292608"/>
          </a:xfrm>
          <a:prstGeom prst="rect">
            <a:avLst/>
          </a:prstGeom>
          <a:noFill/>
        </p:spPr>
        <p:txBody>
          <a:bodyPr wrap="square" lIns="54864" rIns="54864" tIns="18288" bIns="18288" eaLnBrk="1" hangingPunct="1" latinLnBrk="0"/>
          <a:lstStyle/>
          <a:p>
            <a:pPr algn="l" eaLnBrk="1" hangingPunct="1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</a:pPr>
            <a:r>
              <a:rPr sz="1200" b="0" lang="zh-CN" altLang="en-US">
                <a:latin typeface="微软雅黑"/>
                <a:ea typeface="微软雅黑"/>
                <a:cs typeface="微软雅黑"/>
              </a:rPr>
              <a:t>局部放大。图片来源：macrozheng/​mall，Apache-2.0</a:t>
            </a:r>
          </a:p>
        </p:txBody>
      </p:sp>
    </p:spTree>
  </p:cSld>
  <p:clrMapOvr>
    <a:masterClrMapping/>
  </p:clrMapOvr>
  <p:hf sldNum="0" hdr="0" ftr="0" dt="0"/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 lIns="54864" rIns="54864" tIns="18288" bIns="18288" eaLnBrk="1" hangingPunct="1" latinLnBrk="0"/>
          <a:lstStyle/>
          <a:p>
            <a:pPr algn="l" eaLnBrk="1" hangingPunct="1">
              <a:lnSpc>
                <a:spcPct val="100000"/>
              </a:lnSpc>
              <a:spcBef>
                <a:spcPts val="600"/>
              </a:spcBef>
              <a:spcAft>
                <a:spcPts val="200"/>
              </a:spcAft>
            </a:pPr>
            <a:r>
              <a:rPr sz="2800" b="0" lang="zh-CN" altLang="en-US">
                <a:latin typeface="微软雅黑"/>
                <a:ea typeface="微软雅黑"/>
                <a:cs typeface="微软雅黑"/>
              </a:rPr>
              <a:t>系统架构与业务架构</a:t>
            </a:r>
          </a:p>
        </p:txBody>
      </p:sp>
      <p:sp>
        <p:nvSpPr>
          <p:cNvPr id="3" name="body"/>
          <p:cNvSpPr txBox="1"/>
          <p:nvPr/>
        </p:nvSpPr>
        <p:spPr>
          <a:xfrm>
            <a:off x="411480" y="1481328"/>
            <a:ext cx="8321040" cy="1280160"/>
          </a:xfrm>
          <a:prstGeom prst="rect">
            <a:avLst/>
          </a:prstGeom>
          <a:noFill/>
        </p:spPr>
        <p:txBody>
          <a:bodyPr wrap="square" lIns="54864" rIns="54864" tIns="18288" bIns="18288" eaLnBrk="1" hangingPunct="1" latinLnBrk="0"/>
          <a:lstStyle/>
          <a:p>
            <a:pPr algn="l" eaLnBrk="1" hangingPunct="1" marL="469900" indent="-469900">
              <a:lnSpc>
                <a:spcPct val="100000"/>
              </a:lnSpc>
              <a:spcBef>
                <a:spcPts val="400"/>
              </a:spcBef>
              <a:spcAft>
                <a:spcPts val="200"/>
              </a:spcAft>
              <a:buClr>
                <a:schemeClr val="accent2"/>
              </a:buClr>
              <a:buFont typeface="Wingdings" pitchFamily="2" charset="2"/>
              <a:buChar char="n"/>
            </a:pPr>
            <a:r>
              <a:rPr sz="2200" b="0" lang="zh-CN" altLang="en-US">
                <a:latin typeface="微软雅黑"/>
                <a:ea typeface="微软雅黑"/>
                <a:cs typeface="微软雅黑"/>
              </a:rPr>
              <a:t>左图是系统架构，右图是业务架构</a:t>
            </a:r>
          </a:p>
          <a:p>
            <a:pPr algn="l" eaLnBrk="1" hangingPunct="1" marL="469900" indent="-469900">
              <a:lnSpc>
                <a:spcPct val="100000"/>
              </a:lnSpc>
              <a:spcBef>
                <a:spcPts val="400"/>
              </a:spcBef>
              <a:spcAft>
                <a:spcPts val="200"/>
              </a:spcAft>
              <a:buClr>
                <a:schemeClr val="accent2"/>
              </a:buClr>
              <a:buFont typeface="Wingdings" pitchFamily="2" charset="2"/>
              <a:buChar char="n"/>
            </a:pPr>
            <a:r>
              <a:rPr sz="2200" b="0" lang="zh-CN" altLang="en-US">
                <a:latin typeface="微软雅黑"/>
                <a:ea typeface="微软雅黑"/>
                <a:cs typeface="微软雅黑"/>
              </a:rPr>
              <a:t>两张整图只作定位</a:t>
            </a:r>
          </a:p>
        </p:txBody>
      </p:sp>
      <p:pic>
        <p:nvPicPr>
          <p:cNvPr id="4" name="pic#mall#full#baseline-dcaa93b3#document/resource/re_mall_system_arch.jpg" descr="re_mall_system_arch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3013703"/>
            <a:ext cx="4197096" cy="2385072"/>
          </a:xfrm>
          <a:prstGeom prst="rect">
            <a:avLst/>
          </a:prstGeom>
        </p:spPr>
      </p:pic>
      <p:pic>
        <p:nvPicPr>
          <p:cNvPr id="5" name="pic#mall#full#baseline-dcaa93b3#document/resource/re_mall_business_arch.jpg" descr="re_mall_business_arch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26864" y="3157560"/>
            <a:ext cx="4197096" cy="2097359"/>
          </a:xfrm>
          <a:prstGeom prst="rect">
            <a:avLst/>
          </a:prstGeom>
        </p:spPr>
      </p:pic>
      <p:sp>
        <p:nvSpPr>
          <p:cNvPr id="6" name="fn"/>
          <p:cNvSpPr txBox="1"/>
          <p:nvPr/>
        </p:nvSpPr>
        <p:spPr>
          <a:xfrm>
            <a:off x="411480" y="5614416"/>
            <a:ext cx="8321040" cy="292608"/>
          </a:xfrm>
          <a:prstGeom prst="rect">
            <a:avLst/>
          </a:prstGeom>
          <a:noFill/>
        </p:spPr>
        <p:txBody>
          <a:bodyPr wrap="square" lIns="54864" rIns="54864" tIns="18288" bIns="18288" eaLnBrk="1" hangingPunct="1" latinLnBrk="0"/>
          <a:lstStyle/>
          <a:p>
            <a:pPr algn="l" eaLnBrk="1" hangingPunct="1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</a:pPr>
            <a:r>
              <a:rPr sz="1200" b="0" lang="zh-CN" altLang="en-US">
                <a:latin typeface="微软雅黑"/>
                <a:ea typeface="微软雅黑"/>
                <a:cs typeface="微软雅黑"/>
              </a:rPr>
              <a:t>图片来源：macrozheng/​mall，Apache-2.0</a:t>
            </a:r>
          </a:p>
        </p:txBody>
      </p:sp>
    </p:spTree>
  </p:cSld>
  <p:clrMapOvr>
    <a:masterClrMapping/>
  </p:clrMapOvr>
  <p:hf sldNum="0" hdr="0" ftr="0" dt="0"/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 lIns="54864" rIns="54864" tIns="18288" bIns="18288" eaLnBrk="1" hangingPunct="1" latinLnBrk="0"/>
          <a:lstStyle/>
          <a:p>
            <a:pPr algn="l" eaLnBrk="1" hangingPunct="1">
              <a:lnSpc>
                <a:spcPct val="100000"/>
              </a:lnSpc>
              <a:spcBef>
                <a:spcPts val="600"/>
              </a:spcBef>
              <a:spcAft>
                <a:spcPts val="200"/>
              </a:spcAft>
            </a:pPr>
            <a:r>
              <a:rPr sz="2800" b="0" lang="zh-CN" altLang="en-US">
                <a:latin typeface="微软雅黑"/>
                <a:ea typeface="微软雅黑"/>
                <a:cs typeface="微软雅黑"/>
              </a:rPr>
              <a:t>系统架构局部</a:t>
            </a:r>
          </a:p>
        </p:txBody>
      </p:sp>
      <p:pic>
        <p:nvPicPr>
          <p:cNvPr id="3" name="pic#mall#crop#baseline-dcaa93b3#document/resource/re_mall_system_arch.jpg#system-core.png" descr="system-co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01680" y="1298448"/>
            <a:ext cx="3740638" cy="2505456"/>
          </a:xfrm>
          <a:prstGeom prst="rect">
            <a:avLst/>
          </a:prstGeom>
        </p:spPr>
      </p:pic>
      <p:sp>
        <p:nvSpPr>
          <p:cNvPr id="4" name="body"/>
          <p:cNvSpPr txBox="1"/>
          <p:nvPr/>
        </p:nvSpPr>
        <p:spPr>
          <a:xfrm>
            <a:off x="365760" y="3840480"/>
            <a:ext cx="8412480" cy="1737359"/>
          </a:xfrm>
          <a:prstGeom prst="rect">
            <a:avLst/>
          </a:prstGeom>
          <a:noFill/>
        </p:spPr>
        <p:txBody>
          <a:bodyPr wrap="square" lIns="54864" rIns="54864" tIns="18288" bIns="18288" eaLnBrk="1" hangingPunct="1" latinLnBrk="0"/>
          <a:lstStyle/>
          <a:p>
            <a:pPr algn="l" eaLnBrk="1" hangingPunct="1" marL="469900" indent="-469900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accent2"/>
              </a:buClr>
              <a:buFont typeface="Wingdings" pitchFamily="2" charset="2"/>
              <a:buChar char="n"/>
            </a:pPr>
            <a:r>
              <a:rPr sz="2400" b="0" lang="zh-CN" altLang="en-US">
                <a:latin typeface="微软雅黑"/>
                <a:ea typeface="微软雅黑"/>
                <a:cs typeface="微软雅黑"/>
              </a:rPr>
              <a:t>三个应用：mall-admin、mall-portal、mall-search</a:t>
            </a:r>
          </a:p>
          <a:p>
            <a:pPr algn="l" eaLnBrk="1" hangingPunct="1" marL="469900" indent="-469900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accent2"/>
              </a:buClr>
              <a:buFont typeface="Wingdings" pitchFamily="2" charset="2"/>
              <a:buChar char="n"/>
            </a:pPr>
            <a:r>
              <a:rPr sz="2400" b="0" lang="zh-CN" altLang="en-US">
                <a:latin typeface="微软雅黑"/>
                <a:ea typeface="微软雅黑"/>
                <a:cs typeface="微软雅黑"/>
              </a:rPr>
              <a:t>RabbitMQ（消息队列）与 MySQL（数据库）</a:t>
            </a:r>
          </a:p>
          <a:p>
            <a:pPr algn="l" eaLnBrk="1" hangingPunct="1" marL="469900" indent="-469900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accent2"/>
              </a:buClr>
              <a:buFont typeface="Wingdings" pitchFamily="2" charset="2"/>
              <a:buChar char="n"/>
            </a:pPr>
            <a:r>
              <a:rPr sz="2400" b="0" lang="zh-CN" altLang="en-US">
                <a:latin typeface="微软雅黑"/>
                <a:ea typeface="微软雅黑"/>
                <a:cs typeface="微软雅黑"/>
              </a:rPr>
              <a:t>节点摘录后重排，连线关系看上一页整图</a:t>
            </a:r>
          </a:p>
        </p:txBody>
      </p:sp>
      <p:sp>
        <p:nvSpPr>
          <p:cNvPr id="5" name="fn"/>
          <p:cNvSpPr txBox="1"/>
          <p:nvPr/>
        </p:nvSpPr>
        <p:spPr>
          <a:xfrm>
            <a:off x="411480" y="5614416"/>
            <a:ext cx="8321040" cy="292608"/>
          </a:xfrm>
          <a:prstGeom prst="rect">
            <a:avLst/>
          </a:prstGeom>
          <a:noFill/>
        </p:spPr>
        <p:txBody>
          <a:bodyPr wrap="square" lIns="54864" rIns="54864" tIns="18288" bIns="18288" eaLnBrk="1" hangingPunct="1" latinLnBrk="0"/>
          <a:lstStyle/>
          <a:p>
            <a:pPr algn="l" eaLnBrk="1" hangingPunct="1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</a:pPr>
            <a:r>
              <a:rPr sz="1200" b="0" lang="zh-CN" altLang="en-US">
                <a:latin typeface="微软雅黑"/>
                <a:ea typeface="微软雅黑"/>
                <a:cs typeface="微软雅黑"/>
              </a:rPr>
              <a:t>节点摘录（已重排）。图片来源：macrozheng/​mall，Apache-2.0</a:t>
            </a:r>
          </a:p>
        </p:txBody>
      </p:sp>
    </p:spTree>
  </p:cSld>
  <p:clrMapOvr>
    <a:masterClrMapping/>
  </p:clrMapOvr>
  <p:hf sldNum="0" hdr="0" ftr="0" dt="0"/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 lIns="54864" rIns="54864" tIns="18288" bIns="18288" eaLnBrk="1" hangingPunct="1" latinLnBrk="0"/>
          <a:lstStyle/>
          <a:p>
            <a:pPr algn="l" eaLnBrk="1" hangingPunct="1">
              <a:lnSpc>
                <a:spcPct val="100000"/>
              </a:lnSpc>
              <a:spcBef>
                <a:spcPts val="600"/>
              </a:spcBef>
              <a:spcAft>
                <a:spcPts val="200"/>
              </a:spcAft>
            </a:pPr>
            <a:r>
              <a:rPr sz="2800" b="0" lang="zh-CN" altLang="en-US">
                <a:latin typeface="微软雅黑"/>
                <a:ea typeface="微软雅黑"/>
                <a:cs typeface="微软雅黑"/>
              </a:rPr>
              <a:t>业务架构局部</a:t>
            </a:r>
          </a:p>
        </p:txBody>
      </p:sp>
      <p:pic>
        <p:nvPicPr>
          <p:cNvPr id="3" name="pic#mall#crop#baseline-dcaa93b3#document/resource/re_mall_business_arch.jpg#business-front.png" descr="business-fro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4205" y="1298448"/>
            <a:ext cx="8275588" cy="3566159"/>
          </a:xfrm>
          <a:prstGeom prst="rect">
            <a:avLst/>
          </a:prstGeom>
        </p:spPr>
      </p:pic>
      <p:sp>
        <p:nvSpPr>
          <p:cNvPr id="4" name="body"/>
          <p:cNvSpPr txBox="1"/>
          <p:nvPr/>
        </p:nvSpPr>
        <p:spPr>
          <a:xfrm>
            <a:off x="365760" y="4901183"/>
            <a:ext cx="8412480" cy="676656"/>
          </a:xfrm>
          <a:prstGeom prst="rect">
            <a:avLst/>
          </a:prstGeom>
          <a:noFill/>
        </p:spPr>
        <p:txBody>
          <a:bodyPr wrap="square" lIns="54864" rIns="54864" tIns="18288" bIns="18288" eaLnBrk="1" hangingPunct="1" latinLnBrk="0"/>
          <a:lstStyle/>
          <a:p>
            <a:pPr algn="l" eaLnBrk="1" hangingPunct="1" marL="469900" indent="-469900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accent2"/>
              </a:buClr>
              <a:buFont typeface="Wingdings" pitchFamily="2" charset="2"/>
              <a:buChar char="n"/>
            </a:pPr>
            <a:r>
              <a:rPr sz="2400" b="0" lang="zh-CN" altLang="en-US">
                <a:latin typeface="微软雅黑"/>
                <a:ea typeface="微软雅黑"/>
                <a:cs typeface="微软雅黑"/>
              </a:rPr>
              <a:t>前台业务块里的商品、购物车、下单</a:t>
            </a:r>
          </a:p>
        </p:txBody>
      </p:sp>
      <p:sp>
        <p:nvSpPr>
          <p:cNvPr id="5" name="fn"/>
          <p:cNvSpPr txBox="1"/>
          <p:nvPr/>
        </p:nvSpPr>
        <p:spPr>
          <a:xfrm>
            <a:off x="411480" y="5614416"/>
            <a:ext cx="8321040" cy="292608"/>
          </a:xfrm>
          <a:prstGeom prst="rect">
            <a:avLst/>
          </a:prstGeom>
          <a:noFill/>
        </p:spPr>
        <p:txBody>
          <a:bodyPr wrap="square" lIns="54864" rIns="54864" tIns="18288" bIns="18288" eaLnBrk="1" hangingPunct="1" latinLnBrk="0"/>
          <a:lstStyle/>
          <a:p>
            <a:pPr algn="l" eaLnBrk="1" hangingPunct="1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</a:pPr>
            <a:r>
              <a:rPr sz="1200" b="0" lang="zh-CN" altLang="en-US">
                <a:latin typeface="微软雅黑"/>
                <a:ea typeface="微软雅黑"/>
                <a:cs typeface="微软雅黑"/>
              </a:rPr>
              <a:t>局部摘录。图片来源：macrozheng/​mall，Apache-2.0</a:t>
            </a:r>
          </a:p>
        </p:txBody>
      </p:sp>
    </p:spTree>
  </p:cSld>
  <p:clrMapOvr>
    <a:masterClrMapping/>
  </p:clrMapOvr>
  <p:hf sldNum="0" hdr="0" ftr="0" dt="0"/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 lIns="54864" rIns="54864" tIns="18288" bIns="18288" eaLnBrk="1" hangingPunct="1" latinLnBrk="0"/>
          <a:lstStyle/>
          <a:p>
            <a:pPr algn="l" eaLnBrk="1" hangingPunct="1">
              <a:lnSpc>
                <a:spcPct val="100000"/>
              </a:lnSpc>
              <a:spcBef>
                <a:spcPts val="600"/>
              </a:spcBef>
              <a:spcAft>
                <a:spcPts val="200"/>
              </a:spcAft>
            </a:pPr>
            <a:r>
              <a:rPr sz="2800" b="0" lang="zh-CN" altLang="en-US">
                <a:latin typeface="微软雅黑"/>
                <a:ea typeface="微软雅黑"/>
                <a:cs typeface="微软雅黑"/>
              </a:rPr>
              <a:t>七个模块，以及调用层次的局限</a:t>
            </a:r>
          </a:p>
        </p:txBody>
      </p:sp>
      <p:sp>
        <p:nvSpPr>
          <p:cNvPr id="3" name="body"/>
          <p:cNvSpPr txBox="1"/>
          <p:nvPr/>
        </p:nvSpPr>
        <p:spPr>
          <a:xfrm>
            <a:off x="411480" y="1572768"/>
            <a:ext cx="8321040" cy="1847087"/>
          </a:xfrm>
          <a:prstGeom prst="rect">
            <a:avLst/>
          </a:prstGeom>
          <a:noFill/>
        </p:spPr>
        <p:txBody>
          <a:bodyPr wrap="square" lIns="54864" rIns="54864" tIns="18288" bIns="18288" eaLnBrk="1" hangingPunct="1" latinLnBrk="0"/>
          <a:lstStyle/>
          <a:p>
            <a:pPr algn="l" eaLnBrk="1" hangingPunct="1" marL="469900" indent="-469900">
              <a:lnSpc>
                <a:spcPct val="100000"/>
              </a:lnSpc>
              <a:spcBef>
                <a:spcPts val="400"/>
              </a:spcBef>
              <a:spcAft>
                <a:spcPts val="200"/>
              </a:spcAft>
              <a:buClr>
                <a:schemeClr val="accent2"/>
              </a:buClr>
              <a:buFont typeface="Wingdings" pitchFamily="2" charset="2"/>
              <a:buChar char="n"/>
            </a:pPr>
            <a:r>
              <a:rPr sz="2200" b="0" lang="zh-CN" altLang="en-US">
                <a:latin typeface="微软雅黑"/>
                <a:ea typeface="微软雅黑"/>
                <a:cs typeface="微软雅黑"/>
              </a:rPr>
              <a:t>admin、portal 依赖 mbg 与 security</a:t>
            </a:r>
          </a:p>
          <a:p>
            <a:pPr algn="l" eaLnBrk="1" hangingPunct="1" marL="469900" indent="-469900">
              <a:lnSpc>
                <a:spcPct val="100000"/>
              </a:lnSpc>
              <a:spcBef>
                <a:spcPts val="400"/>
              </a:spcBef>
              <a:spcAft>
                <a:spcPts val="200"/>
              </a:spcAft>
              <a:buClr>
                <a:schemeClr val="accent2"/>
              </a:buClr>
              <a:buFont typeface="Wingdings" pitchFamily="2" charset="2"/>
              <a:buChar char="n"/>
            </a:pPr>
            <a:r>
              <a:rPr sz="2200" b="0" lang="zh-CN" altLang="en-US">
                <a:latin typeface="微软雅黑"/>
                <a:ea typeface="微软雅黑"/>
                <a:cs typeface="微软雅黑"/>
              </a:rPr>
              <a:t>security、mbg 依赖 common；search、demo 依赖 mbg</a:t>
            </a:r>
          </a:p>
          <a:p>
            <a:pPr algn="l" eaLnBrk="1" hangingPunct="1" marL="469900" indent="-469900">
              <a:lnSpc>
                <a:spcPct val="100000"/>
              </a:lnSpc>
              <a:spcBef>
                <a:spcPts val="400"/>
              </a:spcBef>
              <a:spcAft>
                <a:spcPts val="200"/>
              </a:spcAft>
              <a:buClr>
                <a:schemeClr val="accent2"/>
              </a:buClr>
              <a:buFont typeface="Wingdings" pitchFamily="2" charset="2"/>
              <a:buChar char="n"/>
            </a:pPr>
            <a:r>
              <a:rPr sz="2200" b="0" lang="zh-CN" altLang="en-US">
                <a:latin typeface="微软雅黑"/>
                <a:ea typeface="微软雅黑"/>
                <a:cs typeface="微软雅黑"/>
              </a:rPr>
              <a:t>调用层次追不到 CancelOrderReceiver</a:t>
            </a:r>
          </a:p>
        </p:txBody>
      </p:sp>
      <p:sp>
        <p:nvSpPr>
          <p:cNvPr id="4" name="fig"/>
          <p:cNvSpPr/>
          <p:nvPr/>
        </p:nvSpPr>
        <p:spPr>
          <a:xfrm>
            <a:off x="411480" y="3493007"/>
            <a:ext cx="4091939" cy="475488"/>
          </a:xfrm>
          <a:prstGeom prst="roundRect">
            <a:avLst/>
          </a:prstGeom>
          <a:solidFill>
            <a:srgbClr val="F6E8E6"/>
          </a:solidFill>
          <a:ln>
            <a:solidFill>
              <a:srgbClr val="A33B38"/>
            </a:solidFill>
          </a:ln>
        </p:spPr>
        <p:txBody>
          <a:bodyPr rtlCol="0" anchor="ctr" wrap="square" lIns="54864" rIns="54864" tIns="18288" bIns="18288" eaLnBrk="1" hangingPunct="1" latinLnBrk="0"/>
          <a:lstStyle/>
          <a:p>
            <a:pPr algn="ctr" eaLnBrk="1" hangingPunct="1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2000" b="0" lang="zh-CN" altLang="en-US">
                <a:latin typeface="微软雅黑"/>
                <a:ea typeface="微软雅黑"/>
                <a:cs typeface="微软雅黑"/>
              </a:rPr>
              <a:t>mall-common</a:t>
            </a:r>
          </a:p>
        </p:txBody>
      </p:sp>
      <p:sp>
        <p:nvSpPr>
          <p:cNvPr id="5" name="fig"/>
          <p:cNvSpPr/>
          <p:nvPr/>
        </p:nvSpPr>
        <p:spPr>
          <a:xfrm>
            <a:off x="4640580" y="3493007"/>
            <a:ext cx="4091939" cy="475488"/>
          </a:xfrm>
          <a:prstGeom prst="roundRect">
            <a:avLst/>
          </a:prstGeom>
          <a:solidFill>
            <a:srgbClr val="F6E8E6"/>
          </a:solidFill>
          <a:ln>
            <a:solidFill>
              <a:srgbClr val="A33B38"/>
            </a:solidFill>
          </a:ln>
        </p:spPr>
        <p:txBody>
          <a:bodyPr rtlCol="0" anchor="ctr" wrap="square" lIns="54864" rIns="54864" tIns="18288" bIns="18288" eaLnBrk="1" hangingPunct="1" latinLnBrk="0"/>
          <a:lstStyle/>
          <a:p>
            <a:pPr algn="ctr" eaLnBrk="1" hangingPunct="1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2000" b="0" lang="zh-CN" altLang="en-US">
                <a:latin typeface="微软雅黑"/>
                <a:ea typeface="微软雅黑"/>
                <a:cs typeface="微软雅黑"/>
              </a:rPr>
              <a:t>mall-mbg 生成代码</a:t>
            </a:r>
          </a:p>
        </p:txBody>
      </p:sp>
      <p:sp>
        <p:nvSpPr>
          <p:cNvPr id="6" name="fig"/>
          <p:cNvSpPr/>
          <p:nvPr/>
        </p:nvSpPr>
        <p:spPr>
          <a:xfrm>
            <a:off x="411480" y="4105655"/>
            <a:ext cx="4091939" cy="475488"/>
          </a:xfrm>
          <a:prstGeom prst="roundRect">
            <a:avLst/>
          </a:prstGeom>
          <a:solidFill>
            <a:srgbClr val="F6E8E6"/>
          </a:solidFill>
          <a:ln>
            <a:solidFill>
              <a:srgbClr val="A33B38"/>
            </a:solidFill>
          </a:ln>
        </p:spPr>
        <p:txBody>
          <a:bodyPr rtlCol="0" anchor="ctr" wrap="square" lIns="54864" rIns="54864" tIns="18288" bIns="18288" eaLnBrk="1" hangingPunct="1" latinLnBrk="0"/>
          <a:lstStyle/>
          <a:p>
            <a:pPr algn="ctr" eaLnBrk="1" hangingPunct="1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2000" b="0" lang="zh-CN" altLang="en-US">
                <a:latin typeface="微软雅黑"/>
                <a:ea typeface="微软雅黑"/>
                <a:cs typeface="微软雅黑"/>
              </a:rPr>
              <a:t>mall-security</a:t>
            </a:r>
          </a:p>
        </p:txBody>
      </p:sp>
      <p:sp>
        <p:nvSpPr>
          <p:cNvPr id="7" name="fig"/>
          <p:cNvSpPr/>
          <p:nvPr/>
        </p:nvSpPr>
        <p:spPr>
          <a:xfrm>
            <a:off x="4640580" y="4105655"/>
            <a:ext cx="4091939" cy="475488"/>
          </a:xfrm>
          <a:prstGeom prst="roundRect">
            <a:avLst/>
          </a:prstGeom>
          <a:solidFill>
            <a:srgbClr val="F6E8E6"/>
          </a:solidFill>
          <a:ln>
            <a:solidFill>
              <a:srgbClr val="A33B38"/>
            </a:solidFill>
          </a:ln>
        </p:spPr>
        <p:txBody>
          <a:bodyPr rtlCol="0" anchor="ctr" wrap="square" lIns="54864" rIns="54864" tIns="18288" bIns="18288" eaLnBrk="1" hangingPunct="1" latinLnBrk="0"/>
          <a:lstStyle/>
          <a:p>
            <a:pPr algn="ctr" eaLnBrk="1" hangingPunct="1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2000" b="0" lang="zh-CN" altLang="en-US">
                <a:latin typeface="微软雅黑"/>
                <a:ea typeface="微软雅黑"/>
                <a:cs typeface="微软雅黑"/>
              </a:rPr>
              <a:t>mall-admin</a:t>
            </a:r>
          </a:p>
        </p:txBody>
      </p:sp>
      <p:sp>
        <p:nvSpPr>
          <p:cNvPr id="8" name="fig"/>
          <p:cNvSpPr/>
          <p:nvPr/>
        </p:nvSpPr>
        <p:spPr>
          <a:xfrm>
            <a:off x="411480" y="4718303"/>
            <a:ext cx="4091939" cy="475488"/>
          </a:xfrm>
          <a:prstGeom prst="roundRect">
            <a:avLst/>
          </a:prstGeom>
          <a:solidFill>
            <a:srgbClr val="F6E8E6"/>
          </a:solidFill>
          <a:ln>
            <a:solidFill>
              <a:srgbClr val="A33B38"/>
            </a:solidFill>
          </a:ln>
        </p:spPr>
        <p:txBody>
          <a:bodyPr rtlCol="0" anchor="ctr" wrap="square" lIns="54864" rIns="54864" tIns="18288" bIns="18288" eaLnBrk="1" hangingPunct="1" latinLnBrk="0"/>
          <a:lstStyle/>
          <a:p>
            <a:pPr algn="ctr" eaLnBrk="1" hangingPunct="1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2000" b="0" lang="zh-CN" altLang="en-US">
                <a:latin typeface="微软雅黑"/>
                <a:ea typeface="微软雅黑"/>
                <a:cs typeface="微软雅黑"/>
              </a:rPr>
              <a:t>mall-portal</a:t>
            </a:r>
          </a:p>
        </p:txBody>
      </p:sp>
      <p:sp>
        <p:nvSpPr>
          <p:cNvPr id="9" name="fig"/>
          <p:cNvSpPr/>
          <p:nvPr/>
        </p:nvSpPr>
        <p:spPr>
          <a:xfrm>
            <a:off x="4640580" y="4718303"/>
            <a:ext cx="4091939" cy="475488"/>
          </a:xfrm>
          <a:prstGeom prst="roundRect">
            <a:avLst/>
          </a:prstGeom>
          <a:solidFill>
            <a:srgbClr val="F6E8E6"/>
          </a:solidFill>
          <a:ln>
            <a:solidFill>
              <a:srgbClr val="A33B38"/>
            </a:solidFill>
          </a:ln>
        </p:spPr>
        <p:txBody>
          <a:bodyPr rtlCol="0" anchor="ctr" wrap="square" lIns="54864" rIns="54864" tIns="18288" bIns="18288" eaLnBrk="1" hangingPunct="1" latinLnBrk="0"/>
          <a:lstStyle/>
          <a:p>
            <a:pPr algn="ctr" eaLnBrk="1" hangingPunct="1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2000" b="0" lang="zh-CN" altLang="en-US">
                <a:latin typeface="微软雅黑"/>
                <a:ea typeface="微软雅黑"/>
                <a:cs typeface="微软雅黑"/>
              </a:rPr>
              <a:t>mall-search</a:t>
            </a:r>
          </a:p>
        </p:txBody>
      </p:sp>
      <p:sp>
        <p:nvSpPr>
          <p:cNvPr id="10" name="fig"/>
          <p:cNvSpPr/>
          <p:nvPr/>
        </p:nvSpPr>
        <p:spPr>
          <a:xfrm>
            <a:off x="2526030" y="5330952"/>
            <a:ext cx="4091939" cy="475488"/>
          </a:xfrm>
          <a:prstGeom prst="roundRect">
            <a:avLst/>
          </a:prstGeom>
          <a:solidFill>
            <a:srgbClr val="F6E8E6"/>
          </a:solidFill>
          <a:ln>
            <a:solidFill>
              <a:srgbClr val="A33B38"/>
            </a:solidFill>
          </a:ln>
        </p:spPr>
        <p:txBody>
          <a:bodyPr rtlCol="0" anchor="ctr" wrap="square" lIns="54864" rIns="54864" tIns="18288" bIns="18288" eaLnBrk="1" hangingPunct="1" latinLnBrk="0"/>
          <a:lstStyle/>
          <a:p>
            <a:pPr algn="ctr" eaLnBrk="1" hangingPunct="1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2000" b="0" lang="zh-CN" altLang="en-US">
                <a:latin typeface="微软雅黑"/>
                <a:ea typeface="微软雅黑"/>
                <a:cs typeface="微软雅黑"/>
              </a:rPr>
              <a:t>mall-demo</a:t>
            </a:r>
          </a:p>
        </p:txBody>
      </p:sp>
    </p:spTree>
  </p:cSld>
  <p:clrMapOvr>
    <a:masterClrMapping/>
  </p:clrMapOvr>
  <p:hf sldNum="0" hdr="0" ftr="0" dt="0"/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 lIns="54864" rIns="54864" tIns="18288" bIns="18288" eaLnBrk="1" hangingPunct="1" latinLnBrk="0"/>
          <a:lstStyle/>
          <a:p>
            <a:pPr algn="l" eaLnBrk="1" hangingPunct="1">
              <a:lnSpc>
                <a:spcPct val="100000"/>
              </a:lnSpc>
              <a:spcBef>
                <a:spcPts val="600"/>
              </a:spcBef>
              <a:spcAft>
                <a:spcPts val="200"/>
              </a:spcAft>
            </a:pPr>
            <a:r>
              <a:rPr sz="2800" b="0" lang="zh-CN" altLang="en-US">
                <a:latin typeface="微软雅黑"/>
                <a:ea typeface="微软雅黑"/>
                <a:cs typeface="微软雅黑"/>
              </a:rPr>
              <a:t>任务步骤 ⓪–⑤</a:t>
            </a:r>
          </a:p>
        </p:txBody>
      </p:sp>
      <p:sp>
        <p:nvSpPr>
          <p:cNvPr id="3" name="fig"/>
          <p:cNvSpPr/>
          <p:nvPr/>
        </p:nvSpPr>
        <p:spPr>
          <a:xfrm>
            <a:off x="411480" y="1572768"/>
            <a:ext cx="8321040" cy="446532"/>
          </a:xfrm>
          <a:prstGeom prst="roundRect">
            <a:avLst/>
          </a:prstGeom>
          <a:solidFill>
            <a:srgbClr val="F6E8E6"/>
          </a:solidFill>
          <a:ln>
            <a:solidFill>
              <a:srgbClr val="A33B38"/>
            </a:solidFill>
          </a:ln>
        </p:spPr>
        <p:txBody>
          <a:bodyPr rtlCol="0" anchor="ctr" wrap="square" lIns="54864" rIns="54864" tIns="18288" bIns="18288" eaLnBrk="1" hangingPunct="1" latinLnBrk="0"/>
          <a:lstStyle/>
          <a:p>
            <a:pPr algn="ctr" eaLnBrk="1" hangingPunct="1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2000" b="0" lang="zh-CN" altLang="en-US">
                <a:latin typeface="微软雅黑"/>
                <a:ea typeface="微软雅黑"/>
                <a:cs typeface="微软雅黑"/>
              </a:rPr>
              <a:t>⓪ 构建与只读查询</a:t>
            </a:r>
          </a:p>
        </p:txBody>
      </p:sp>
      <p:sp>
        <p:nvSpPr>
          <p:cNvPr id="4" name="fig"/>
          <p:cNvSpPr/>
          <p:nvPr/>
        </p:nvSpPr>
        <p:spPr>
          <a:xfrm>
            <a:off x="4434840" y="2019300"/>
            <a:ext cx="274320" cy="164592"/>
          </a:xfrm>
          <a:prstGeom prst="downArrow">
            <a:avLst/>
          </a:prstGeom>
          <a:solidFill>
            <a:srgbClr val="C05A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ig"/>
          <p:cNvSpPr/>
          <p:nvPr/>
        </p:nvSpPr>
        <p:spPr>
          <a:xfrm>
            <a:off x="411480" y="2293620"/>
            <a:ext cx="8321040" cy="446532"/>
          </a:xfrm>
          <a:prstGeom prst="roundRect">
            <a:avLst/>
          </a:prstGeom>
          <a:solidFill>
            <a:srgbClr val="F6E8E6"/>
          </a:solidFill>
          <a:ln>
            <a:solidFill>
              <a:srgbClr val="A33B38"/>
            </a:solidFill>
          </a:ln>
        </p:spPr>
        <p:txBody>
          <a:bodyPr rtlCol="0" anchor="ctr" wrap="square" lIns="54864" rIns="54864" tIns="18288" bIns="18288" eaLnBrk="1" hangingPunct="1" latinLnBrk="0"/>
          <a:lstStyle/>
          <a:p>
            <a:pPr algn="ctr" eaLnBrk="1" hangingPunct="1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2000" b="0" lang="zh-CN" altLang="en-US">
                <a:latin typeface="微软雅黑"/>
                <a:ea typeface="微软雅黑"/>
                <a:cs typeface="微软雅黑"/>
              </a:rPr>
              <a:t>① 依赖图与两项判断</a:t>
            </a:r>
          </a:p>
        </p:txBody>
      </p:sp>
      <p:sp>
        <p:nvSpPr>
          <p:cNvPr id="6" name="fig"/>
          <p:cNvSpPr/>
          <p:nvPr/>
        </p:nvSpPr>
        <p:spPr>
          <a:xfrm>
            <a:off x="4434840" y="2740152"/>
            <a:ext cx="274320" cy="164592"/>
          </a:xfrm>
          <a:prstGeom prst="downArrow">
            <a:avLst/>
          </a:prstGeom>
          <a:solidFill>
            <a:srgbClr val="C05A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fig"/>
          <p:cNvSpPr/>
          <p:nvPr/>
        </p:nvSpPr>
        <p:spPr>
          <a:xfrm>
            <a:off x="411480" y="3014472"/>
            <a:ext cx="8321040" cy="446532"/>
          </a:xfrm>
          <a:prstGeom prst="roundRect">
            <a:avLst/>
          </a:prstGeom>
          <a:solidFill>
            <a:srgbClr val="F6E8E6"/>
          </a:solidFill>
          <a:ln>
            <a:solidFill>
              <a:srgbClr val="A33B38"/>
            </a:solidFill>
          </a:ln>
        </p:spPr>
        <p:txBody>
          <a:bodyPr rtlCol="0" anchor="ctr" wrap="square" lIns="54864" rIns="54864" tIns="18288" bIns="18288" eaLnBrk="1" hangingPunct="1" latinLnBrk="0"/>
          <a:lstStyle/>
          <a:p>
            <a:pPr algn="ctr" eaLnBrk="1" hangingPunct="1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2000" b="0" lang="zh-CN" altLang="en-US">
                <a:latin typeface="微软雅黑"/>
                <a:ea typeface="微软雅黑"/>
                <a:cs typeface="微软雅黑"/>
              </a:rPr>
              <a:t>② 调用链与文件:行号</a:t>
            </a:r>
          </a:p>
        </p:txBody>
      </p:sp>
      <p:sp>
        <p:nvSpPr>
          <p:cNvPr id="8" name="fig"/>
          <p:cNvSpPr/>
          <p:nvPr/>
        </p:nvSpPr>
        <p:spPr>
          <a:xfrm>
            <a:off x="4434840" y="3461004"/>
            <a:ext cx="274320" cy="164592"/>
          </a:xfrm>
          <a:prstGeom prst="downArrow">
            <a:avLst/>
          </a:prstGeom>
          <a:solidFill>
            <a:srgbClr val="C05A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fig"/>
          <p:cNvSpPr/>
          <p:nvPr/>
        </p:nvSpPr>
        <p:spPr>
          <a:xfrm>
            <a:off x="411480" y="3735324"/>
            <a:ext cx="8321040" cy="446532"/>
          </a:xfrm>
          <a:prstGeom prst="roundRect">
            <a:avLst/>
          </a:prstGeom>
          <a:solidFill>
            <a:srgbClr val="F6E8E6"/>
          </a:solidFill>
          <a:ln>
            <a:solidFill>
              <a:srgbClr val="A33B38"/>
            </a:solidFill>
          </a:ln>
        </p:spPr>
        <p:txBody>
          <a:bodyPr rtlCol="0" anchor="ctr" wrap="square" lIns="54864" rIns="54864" tIns="18288" bIns="18288" eaLnBrk="1" hangingPunct="1" latinLnBrk="0"/>
          <a:lstStyle/>
          <a:p>
            <a:pPr algn="ctr" eaLnBrk="1" hangingPunct="1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2000" b="0" lang="zh-CN" altLang="en-US">
                <a:latin typeface="微软雅黑"/>
                <a:ea typeface="微软雅黑"/>
                <a:cs typeface="微软雅黑"/>
              </a:rPr>
              <a:t>③ 核实一项推断</a:t>
            </a:r>
          </a:p>
        </p:txBody>
      </p:sp>
      <p:sp>
        <p:nvSpPr>
          <p:cNvPr id="10" name="fig"/>
          <p:cNvSpPr/>
          <p:nvPr/>
        </p:nvSpPr>
        <p:spPr>
          <a:xfrm>
            <a:off x="4434840" y="4181856"/>
            <a:ext cx="274320" cy="164592"/>
          </a:xfrm>
          <a:prstGeom prst="downArrow">
            <a:avLst/>
          </a:prstGeom>
          <a:solidFill>
            <a:srgbClr val="C05A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fig"/>
          <p:cNvSpPr/>
          <p:nvPr/>
        </p:nvSpPr>
        <p:spPr>
          <a:xfrm>
            <a:off x="411480" y="4456176"/>
            <a:ext cx="8321040" cy="446532"/>
          </a:xfrm>
          <a:prstGeom prst="roundRect">
            <a:avLst/>
          </a:prstGeom>
          <a:solidFill>
            <a:srgbClr val="F6E8E6"/>
          </a:solidFill>
          <a:ln>
            <a:solidFill>
              <a:srgbClr val="A33B38"/>
            </a:solidFill>
          </a:ln>
        </p:spPr>
        <p:txBody>
          <a:bodyPr rtlCol="0" anchor="ctr" wrap="square" lIns="54864" rIns="54864" tIns="18288" bIns="18288" eaLnBrk="1" hangingPunct="1" latinLnBrk="0"/>
          <a:lstStyle/>
          <a:p>
            <a:pPr algn="ctr" eaLnBrk="1" hangingPunct="1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2000" b="0" lang="zh-CN" altLang="en-US">
                <a:latin typeface="微软雅黑"/>
                <a:ea typeface="微软雅黑"/>
                <a:cs typeface="微软雅黑"/>
              </a:rPr>
              <a:t>④ 疑点清单</a:t>
            </a:r>
          </a:p>
        </p:txBody>
      </p:sp>
      <p:sp>
        <p:nvSpPr>
          <p:cNvPr id="12" name="fig"/>
          <p:cNvSpPr/>
          <p:nvPr/>
        </p:nvSpPr>
        <p:spPr>
          <a:xfrm>
            <a:off x="4434840" y="4902708"/>
            <a:ext cx="274320" cy="164592"/>
          </a:xfrm>
          <a:prstGeom prst="downArrow">
            <a:avLst/>
          </a:prstGeom>
          <a:solidFill>
            <a:srgbClr val="C05A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fig"/>
          <p:cNvSpPr/>
          <p:nvPr/>
        </p:nvSpPr>
        <p:spPr>
          <a:xfrm>
            <a:off x="411480" y="5177028"/>
            <a:ext cx="8321040" cy="446532"/>
          </a:xfrm>
          <a:prstGeom prst="roundRect">
            <a:avLst/>
          </a:prstGeom>
          <a:solidFill>
            <a:srgbClr val="F6E8E6"/>
          </a:solidFill>
          <a:ln>
            <a:solidFill>
              <a:srgbClr val="A33B38"/>
            </a:solidFill>
          </a:ln>
        </p:spPr>
        <p:txBody>
          <a:bodyPr rtlCol="0" anchor="ctr" wrap="square" lIns="54864" rIns="54864" tIns="18288" bIns="18288" eaLnBrk="1" hangingPunct="1" latinLnBrk="0"/>
          <a:lstStyle/>
          <a:p>
            <a:pPr algn="ctr" eaLnBrk="1" hangingPunct="1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2000" b="0" lang="zh-CN" altLang="en-US">
                <a:latin typeface="微软雅黑"/>
                <a:ea typeface="微软雅黑"/>
                <a:cs typeface="微软雅黑"/>
              </a:rPr>
              <a:t>⑤ 环境问题</a:t>
            </a:r>
          </a:p>
        </p:txBody>
      </p:sp>
    </p:spTree>
  </p:cSld>
  <p:clrMapOvr>
    <a:masterClrMapping/>
  </p:clrMapOvr>
  <p:hf sldNum="0" hdr="0" ftr="0" dt="0"/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 lIns="54864" rIns="54864" tIns="18288" bIns="18288" eaLnBrk="1" hangingPunct="1" latinLnBrk="0"/>
          <a:lstStyle/>
          <a:p>
            <a:pPr algn="l" eaLnBrk="1" hangingPunct="1">
              <a:lnSpc>
                <a:spcPct val="100000"/>
              </a:lnSpc>
              <a:spcBef>
                <a:spcPts val="600"/>
              </a:spcBef>
              <a:spcAft>
                <a:spcPts val="200"/>
              </a:spcAft>
            </a:pPr>
            <a:r>
              <a:rPr sz="2800" b="0" lang="zh-CN" altLang="en-US">
                <a:latin typeface="微软雅黑"/>
                <a:ea typeface="微软雅黑"/>
                <a:cs typeface="微软雅黑"/>
              </a:rPr>
              <a:t>任务⓪ 构建与只读查询</a:t>
            </a:r>
          </a:p>
        </p:txBody>
      </p:sp>
      <p:sp>
        <p:nvSpPr>
          <p:cNvPr id="3" name="body"/>
          <p:cNvSpPr txBox="1"/>
          <p:nvPr/>
        </p:nvSpPr>
        <p:spPr>
          <a:xfrm>
            <a:off x="411480" y="1481328"/>
            <a:ext cx="8321040" cy="1847088"/>
          </a:xfrm>
          <a:prstGeom prst="rect">
            <a:avLst/>
          </a:prstGeom>
          <a:noFill/>
        </p:spPr>
        <p:txBody>
          <a:bodyPr wrap="square" lIns="54864" rIns="54864" tIns="18288" bIns="18288" eaLnBrk="1" hangingPunct="1" latinLnBrk="0"/>
          <a:lstStyle/>
          <a:p>
            <a:pPr algn="l" eaLnBrk="1" hangingPunct="1" marL="469900" indent="-469900">
              <a:lnSpc>
                <a:spcPct val="100000"/>
              </a:lnSpc>
              <a:spcBef>
                <a:spcPts val="400"/>
              </a:spcBef>
              <a:spcAft>
                <a:spcPts val="200"/>
              </a:spcAft>
              <a:buClr>
                <a:schemeClr val="accent2"/>
              </a:buClr>
              <a:buFont typeface="Wingdings" pitchFamily="2" charset="2"/>
              <a:buChar char="n"/>
            </a:pPr>
            <a:r>
              <a:rPr sz="2200" b="0" lang="zh-CN" altLang="en-US">
                <a:latin typeface="微软雅黑"/>
                <a:ea typeface="微软雅黑"/>
                <a:cs typeface="微软雅黑"/>
              </a:rPr>
              <a:t>完成构建，在课程环境运行 mall，并做一次只读查询</a:t>
            </a:r>
          </a:p>
          <a:p>
            <a:pPr algn="l" eaLnBrk="1" hangingPunct="1" marL="469900" indent="-469900">
              <a:lnSpc>
                <a:spcPct val="100000"/>
              </a:lnSpc>
              <a:spcBef>
                <a:spcPts val="400"/>
              </a:spcBef>
              <a:spcAft>
                <a:spcPts val="200"/>
              </a:spcAft>
              <a:buClr>
                <a:schemeClr val="accent2"/>
              </a:buClr>
              <a:buFont typeface="Wingdings" pitchFamily="2" charset="2"/>
              <a:buChar char="n"/>
            </a:pPr>
            <a:r>
              <a:rPr sz="2200" b="0" lang="zh-CN" altLang="en-US">
                <a:latin typeface="微软雅黑"/>
                <a:ea typeface="微软雅黑"/>
                <a:cs typeface="微软雅黑"/>
              </a:rPr>
              <a:t>只读查询在教师准备好的课程机器上执行</a:t>
            </a:r>
          </a:p>
          <a:p>
            <a:pPr algn="l" eaLnBrk="1" hangingPunct="1" marL="469900" indent="-469900">
              <a:lnSpc>
                <a:spcPct val="100000"/>
              </a:lnSpc>
              <a:spcBef>
                <a:spcPts val="400"/>
              </a:spcBef>
              <a:spcAft>
                <a:spcPts val="200"/>
              </a:spcAft>
              <a:buClr>
                <a:schemeClr val="accent2"/>
              </a:buClr>
              <a:buFont typeface="Wingdings" pitchFamily="2" charset="2"/>
              <a:buChar char="n"/>
            </a:pPr>
            <a:r>
              <a:rPr sz="2200" b="0" lang="zh-CN" altLang="en-US">
                <a:latin typeface="微软雅黑"/>
                <a:ea typeface="微软雅黑"/>
                <a:cs typeface="微软雅黑"/>
              </a:rPr>
              <a:t>未启动先记成环境问题；不要复制教师机器上的路径</a:t>
            </a:r>
          </a:p>
        </p:txBody>
      </p:sp>
      <p:sp>
        <p:nvSpPr>
          <p:cNvPr id="4" name="cap"/>
          <p:cNvSpPr txBox="1"/>
          <p:nvPr/>
        </p:nvSpPr>
        <p:spPr>
          <a:xfrm>
            <a:off x="502920" y="3712464"/>
            <a:ext cx="8138160" cy="384048"/>
          </a:xfrm>
          <a:prstGeom prst="rect">
            <a:avLst/>
          </a:prstGeom>
          <a:noFill/>
        </p:spPr>
        <p:txBody>
          <a:bodyPr wrap="square" lIns="54864" rIns="54864" tIns="18288" bIns="18288" eaLnBrk="1" hangingPunct="1" latinLnBrk="0"/>
          <a:lstStyle/>
          <a:p>
            <a:pPr algn="l" eaLnBrk="1" hangingPunct="1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</a:pPr>
            <a:r>
              <a:rPr sz="2200" b="0" lang="zh-CN" altLang="en-US">
                <a:latin typeface="微软雅黑"/>
                <a:ea typeface="微软雅黑"/>
                <a:cs typeface="微软雅黑"/>
              </a:rPr>
              <a:t>构建命令</a:t>
            </a:r>
          </a:p>
        </p:txBody>
      </p:sp>
      <p:sp>
        <p:nvSpPr>
          <p:cNvPr id="5" name="code-cmd"/>
          <p:cNvSpPr txBox="1"/>
          <p:nvPr/>
        </p:nvSpPr>
        <p:spPr>
          <a:xfrm>
            <a:off x="502920" y="4133088"/>
            <a:ext cx="8138160" cy="420624"/>
          </a:xfrm>
          <a:prstGeom prst="rect">
            <a:avLst/>
          </a:prstGeom>
          <a:solidFill>
            <a:srgbClr val="F0F0F0"/>
          </a:solidFill>
        </p:spPr>
        <p:txBody>
          <a:bodyPr wrap="square" lIns="18288" rIns="18288" tIns="18288" bIns="18288" eaLnBrk="1" hangingPunct="1" latinLnBrk="0"/>
          <a:lstStyle/>
          <a:p>
            <a:pPr algn="l" eaLnBrk="1" hangingPunct="1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</a:pPr>
            <a:r>
              <a:rPr sz="1600" b="0" lang="zh-CN" altLang="en-US">
                <a:latin typeface="Consolas"/>
                <a:ea typeface="Consolas"/>
                <a:cs typeface="Consolas"/>
              </a:rPr>
              <a:t>mvn -B -DskipTests -Ddocker.skip=true -pl mall-portal -am package</a:t>
            </a:r>
          </a:p>
        </p:txBody>
      </p:sp>
      <p:sp>
        <p:nvSpPr>
          <p:cNvPr id="6" name="cap"/>
          <p:cNvSpPr txBox="1"/>
          <p:nvPr/>
        </p:nvSpPr>
        <p:spPr>
          <a:xfrm>
            <a:off x="502920" y="4590288"/>
            <a:ext cx="8138160" cy="384048"/>
          </a:xfrm>
          <a:prstGeom prst="rect">
            <a:avLst/>
          </a:prstGeom>
          <a:noFill/>
        </p:spPr>
        <p:txBody>
          <a:bodyPr wrap="square" lIns="54864" rIns="54864" tIns="18288" bIns="18288" eaLnBrk="1" hangingPunct="1" latinLnBrk="0"/>
          <a:lstStyle/>
          <a:p>
            <a:pPr algn="l" eaLnBrk="1" hangingPunct="1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</a:pPr>
            <a:r>
              <a:rPr sz="2200" b="0" lang="zh-CN" altLang="en-US">
                <a:latin typeface="微软雅黑"/>
                <a:ea typeface="微软雅黑"/>
                <a:cs typeface="微软雅黑"/>
              </a:rPr>
              <a:t>只读查询命令</a:t>
            </a:r>
          </a:p>
        </p:txBody>
      </p:sp>
      <p:sp>
        <p:nvSpPr>
          <p:cNvPr id="7" name="code-cmd"/>
          <p:cNvSpPr txBox="1"/>
          <p:nvPr/>
        </p:nvSpPr>
        <p:spPr>
          <a:xfrm>
            <a:off x="502920" y="5010912"/>
            <a:ext cx="8138160" cy="713232"/>
          </a:xfrm>
          <a:prstGeom prst="rect">
            <a:avLst/>
          </a:prstGeom>
          <a:solidFill>
            <a:srgbClr val="F0F0F0"/>
          </a:solidFill>
        </p:spPr>
        <p:txBody>
          <a:bodyPr wrap="square" lIns="18288" rIns="18288" tIns="18288" bIns="18288" eaLnBrk="1" hangingPunct="1" latinLnBrk="0"/>
          <a:lstStyle/>
          <a:p>
            <a:pPr algn="l" eaLnBrk="1" hangingPunct="1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</a:pPr>
            <a:r>
              <a:rPr sz="1400" b="0" lang="zh-CN" altLang="en-US">
                <a:latin typeface="Consolas"/>
                <a:ea typeface="Consolas"/>
                <a:cs typeface="Consolas"/>
              </a:rPr>
              <a:t>curl --noproxy '*' 'http://127.0.0.1:18085/product/search?keyword=HUAWEI%20P20&amp;pageNum=1&amp;pageSize=5'</a:t>
            </a:r>
          </a:p>
        </p:txBody>
      </p:sp>
    </p:spTree>
  </p:cSld>
  <p:clrMapOvr>
    <a:masterClrMapping/>
  </p:clrMapOvr>
  <p:hf sldNum="0" hdr="0" ftr="0" dt="0"/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 lIns="54864" rIns="54864" tIns="18288" bIns="18288" eaLnBrk="1" hangingPunct="1" latinLnBrk="0"/>
          <a:lstStyle/>
          <a:p>
            <a:pPr algn="l" eaLnBrk="1" hangingPunct="1">
              <a:lnSpc>
                <a:spcPct val="100000"/>
              </a:lnSpc>
              <a:spcBef>
                <a:spcPts val="600"/>
              </a:spcBef>
              <a:spcAft>
                <a:spcPts val="200"/>
              </a:spcAft>
            </a:pPr>
            <a:r>
              <a:rPr sz="2800" b="0" lang="zh-CN" altLang="en-US">
                <a:latin typeface="微软雅黑"/>
                <a:ea typeface="微软雅黑"/>
                <a:cs typeface="微软雅黑"/>
              </a:rPr>
              <a:t>任务① 依赖图与两项判断</a:t>
            </a:r>
          </a:p>
        </p:txBody>
      </p:sp>
      <p:graphicFrame>
        <p:nvGraphicFramePr>
          <p:cNvPr id="3" name="table"/>
          <p:cNvGraphicFramePr>
            <a:graphicFrameLocks noGrp="1"/>
          </p:cNvGraphicFramePr>
          <p:nvPr/>
        </p:nvGraphicFramePr>
        <p:xfrm>
          <a:off x="365760" y="1481328"/>
          <a:ext cx="8138160" cy="405993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6126480"/>
              </a:tblGrid>
              <a:tr h="676655">
                <a:tc>
                  <a:txBody>
                    <a:bodyPr wrap="square" lIns="36576" rIns="36576" tIns="18288" bIns="18288" eaLnBrk="1" hangingPunct="1" latinLnBrk="0"/>
                    <a:lstStyle/>
                    <a:p>
                      <a:pPr algn="l" eaLnBrk="1" hangingPunct="1">
                        <a:lnSpc>
                          <a:spcPct val="90000"/>
                        </a:lnSpc>
                        <a:spcBef>
                          <a:spcPts val="600"/>
                        </a:spcBef>
                        <a:spcAft>
                          <a:spcPts val="200"/>
                        </a:spcAft>
                      </a:pPr>
                      <a:r>
                        <a:rPr sz="1600" b="0" lang="zh-CN" altLang="en-US">
                          <a:latin typeface="微软雅黑"/>
                          <a:ea typeface="微软雅黑"/>
                          <a:cs typeface="微软雅黑"/>
                        </a:rPr>
                        <a:t>要做的</a:t>
                      </a:r>
                    </a:p>
                  </a:txBody>
                  <a:tcPr anchor="ctr"/>
                </a:tc>
                <a:tc>
                  <a:txBody>
                    <a:bodyPr wrap="square" lIns="36576" rIns="36576" tIns="18288" bIns="18288" eaLnBrk="1" hangingPunct="1" latinLnBrk="0"/>
                    <a:lstStyle/>
                    <a:p>
                      <a:pPr algn="l" eaLnBrk="1" hangingPunct="1">
                        <a:lnSpc>
                          <a:spcPct val="90000"/>
                        </a:lnSpc>
                        <a:spcBef>
                          <a:spcPts val="600"/>
                        </a:spcBef>
                        <a:spcAft>
                          <a:spcPts val="200"/>
                        </a:spcAft>
                      </a:pPr>
                      <a:r>
                        <a:rPr sz="1600" b="0" lang="zh-CN" altLang="en-US">
                          <a:latin typeface="微软雅黑"/>
                          <a:ea typeface="微软雅黑"/>
                          <a:cs typeface="微软雅黑"/>
                        </a:rPr>
                        <a:t>内容</a:t>
                      </a:r>
                    </a:p>
                  </a:txBody>
                  <a:tcPr anchor="ctr"/>
                </a:tc>
              </a:tr>
              <a:tr h="676655">
                <a:tc>
                  <a:txBody>
                    <a:bodyPr wrap="square" lIns="36576" rIns="36576" tIns="18288" bIns="18288" eaLnBrk="1" hangingPunct="1" latinLnBrk="0"/>
                    <a:lstStyle/>
                    <a:p>
                      <a:pPr algn="l" eaLnBrk="1" hangingPunct="1">
                        <a:lnSpc>
                          <a:spcPct val="90000"/>
                        </a:lnSpc>
                        <a:spcBef>
                          <a:spcPts val="600"/>
                        </a:spcBef>
                        <a:spcAft>
                          <a:spcPts val="200"/>
                        </a:spcAft>
                      </a:pPr>
                      <a:r>
                        <a:rPr sz="1600" b="0" lang="zh-CN" altLang="en-US">
                          <a:latin typeface="微软雅黑"/>
                          <a:ea typeface="微软雅黑"/>
                          <a:cs typeface="微软雅黑"/>
                        </a:rPr>
                        <a:t>依赖图</a:t>
                      </a:r>
                    </a:p>
                  </a:txBody>
                  <a:tcPr anchor="ctr"/>
                </a:tc>
                <a:tc>
                  <a:txBody>
                    <a:bodyPr wrap="square" lIns="36576" rIns="36576" tIns="18288" bIns="18288" eaLnBrk="1" hangingPunct="1" latinLnBrk="0"/>
                    <a:lstStyle/>
                    <a:p>
                      <a:pPr algn="l" eaLnBrk="1" hangingPunct="1">
                        <a:lnSpc>
                          <a:spcPct val="90000"/>
                        </a:lnSpc>
                        <a:spcBef>
                          <a:spcPts val="600"/>
                        </a:spcBef>
                        <a:spcAft>
                          <a:spcPts val="200"/>
                        </a:spcAft>
                      </a:pPr>
                      <a:r>
                        <a:rPr sz="1600" b="0" lang="zh-CN" altLang="en-US">
                          <a:latin typeface="微软雅黑"/>
                          <a:ea typeface="微软雅黑"/>
                          <a:cs typeface="微软雅黑"/>
                        </a:rPr>
                        <a:t>七个模块，标出生成代码边界</a:t>
                      </a:r>
                    </a:p>
                  </a:txBody>
                  <a:tcPr anchor="ctr"/>
                </a:tc>
              </a:tr>
              <a:tr h="676655">
                <a:tc>
                  <a:txBody>
                    <a:bodyPr wrap="square" lIns="36576" rIns="36576" tIns="18288" bIns="18288" eaLnBrk="1" hangingPunct="1" latinLnBrk="0"/>
                    <a:lstStyle/>
                    <a:p>
                      <a:pPr algn="l" eaLnBrk="1" hangingPunct="1">
                        <a:lnSpc>
                          <a:spcPct val="90000"/>
                        </a:lnSpc>
                        <a:spcBef>
                          <a:spcPts val="600"/>
                        </a:spcBef>
                        <a:spcAft>
                          <a:spcPts val="200"/>
                        </a:spcAft>
                      </a:pPr>
                      <a:r>
                        <a:rPr sz="1600" b="0" lang="zh-CN" altLang="en-US">
                          <a:latin typeface="微软雅黑"/>
                          <a:ea typeface="微软雅黑"/>
                          <a:cs typeface="微软雅黑"/>
                        </a:rPr>
                        <a:t>任选两项</a:t>
                      </a:r>
                    </a:p>
                  </a:txBody>
                  <a:tcPr anchor="ctr"/>
                </a:tc>
                <a:tc>
                  <a:txBody>
                    <a:bodyPr wrap="square" lIns="36576" rIns="36576" tIns="18288" bIns="18288" eaLnBrk="1" hangingPunct="1" latinLnBrk="0"/>
                    <a:lstStyle/>
                    <a:p>
                      <a:pPr algn="l" eaLnBrk="1" hangingPunct="1">
                        <a:lnSpc>
                          <a:spcPct val="90000"/>
                        </a:lnSpc>
                        <a:spcBef>
                          <a:spcPts val="600"/>
                        </a:spcBef>
                        <a:spcAft>
                          <a:spcPts val="200"/>
                        </a:spcAft>
                      </a:pPr>
                      <a:r>
                        <a:rPr sz="1600" b="0" lang="zh-CN" altLang="en-US">
                          <a:latin typeface="微软雅黑"/>
                          <a:ea typeface="微软雅黑"/>
                          <a:cs typeface="微软雅黑"/>
                        </a:rPr>
                        <a:t>直接依赖或传递依赖</a:t>
                      </a:r>
                    </a:p>
                  </a:txBody>
                  <a:tcPr anchor="ctr"/>
                </a:tc>
              </a:tr>
              <a:tr h="676655">
                <a:tc>
                  <a:txBody>
                    <a:bodyPr wrap="square" lIns="36576" rIns="36576" tIns="18288" bIns="18288" eaLnBrk="1" hangingPunct="1" latinLnBrk="0"/>
                    <a:lstStyle/>
                    <a:p>
                      <a:pPr algn="l" eaLnBrk="1" hangingPunct="1">
                        <a:lnSpc>
                          <a:spcPct val="90000"/>
                        </a:lnSpc>
                        <a:spcBef>
                          <a:spcPts val="600"/>
                        </a:spcBef>
                        <a:spcAft>
                          <a:spcPts val="200"/>
                        </a:spcAft>
                      </a:pPr>
                      <a:r>
                        <a:rPr sz="1600" b="0" lang="zh-CN" altLang="en-US">
                          <a:latin typeface="微软雅黑"/>
                          <a:ea typeface="微软雅黑"/>
                          <a:cs typeface="微软雅黑"/>
                        </a:rPr>
                        <a:t>任选两项</a:t>
                      </a:r>
                    </a:p>
                  </a:txBody>
                  <a:tcPr anchor="ctr"/>
                </a:tc>
                <a:tc>
                  <a:txBody>
                    <a:bodyPr wrap="square" lIns="36576" rIns="36576" tIns="18288" bIns="18288" eaLnBrk="1" hangingPunct="1" latinLnBrk="0"/>
                    <a:lstStyle/>
                    <a:p>
                      <a:pPr algn="l" eaLnBrk="1" hangingPunct="1">
                        <a:lnSpc>
                          <a:spcPct val="90000"/>
                        </a:lnSpc>
                        <a:spcBef>
                          <a:spcPts val="600"/>
                        </a:spcBef>
                        <a:spcAft>
                          <a:spcPts val="200"/>
                        </a:spcAft>
                      </a:pPr>
                      <a:r>
                        <a:rPr sz="1600" b="0" lang="zh-CN" altLang="en-US">
                          <a:latin typeface="微软雅黑"/>
                          <a:ea typeface="微软雅黑"/>
                          <a:cs typeface="微软雅黑"/>
                        </a:rPr>
                        <a:t>进程与库</a:t>
                      </a:r>
                    </a:p>
                  </a:txBody>
                  <a:tcPr anchor="ctr"/>
                </a:tc>
              </a:tr>
              <a:tr h="676655">
                <a:tc>
                  <a:txBody>
                    <a:bodyPr wrap="square" lIns="36576" rIns="36576" tIns="18288" bIns="18288" eaLnBrk="1" hangingPunct="1" latinLnBrk="0"/>
                    <a:lstStyle/>
                    <a:p>
                      <a:pPr algn="l" eaLnBrk="1" hangingPunct="1">
                        <a:lnSpc>
                          <a:spcPct val="90000"/>
                        </a:lnSpc>
                        <a:spcBef>
                          <a:spcPts val="600"/>
                        </a:spcBef>
                        <a:spcAft>
                          <a:spcPts val="200"/>
                        </a:spcAft>
                      </a:pPr>
                      <a:r>
                        <a:rPr sz="1600" b="0" lang="zh-CN" altLang="en-US">
                          <a:latin typeface="微软雅黑"/>
                          <a:ea typeface="微软雅黑"/>
                          <a:cs typeface="微软雅黑"/>
                        </a:rPr>
                        <a:t>任选两项</a:t>
                      </a:r>
                    </a:p>
                  </a:txBody>
                  <a:tcPr anchor="ctr"/>
                </a:tc>
                <a:tc>
                  <a:txBody>
                    <a:bodyPr wrap="square" lIns="36576" rIns="36576" tIns="18288" bIns="18288" eaLnBrk="1" hangingPunct="1" latinLnBrk="0"/>
                    <a:lstStyle/>
                    <a:p>
                      <a:pPr algn="l" eaLnBrk="1" hangingPunct="1">
                        <a:lnSpc>
                          <a:spcPct val="90000"/>
                        </a:lnSpc>
                        <a:spcBef>
                          <a:spcPts val="600"/>
                        </a:spcBef>
                        <a:spcAft>
                          <a:spcPts val="200"/>
                        </a:spcAft>
                      </a:pPr>
                      <a:r>
                        <a:rPr sz="1600" b="0" lang="zh-CN" altLang="en-US">
                          <a:latin typeface="微软雅黑"/>
                          <a:ea typeface="微软雅黑"/>
                          <a:cs typeface="微软雅黑"/>
                        </a:rPr>
                        <a:t>数据归属</a:t>
                      </a:r>
                    </a:p>
                  </a:txBody>
                  <a:tcPr anchor="ctr"/>
                </a:tc>
              </a:tr>
              <a:tr h="676660">
                <a:tc>
                  <a:txBody>
                    <a:bodyPr wrap="square" lIns="36576" rIns="36576" tIns="18288" bIns="18288" eaLnBrk="1" hangingPunct="1" latinLnBrk="0"/>
                    <a:lstStyle/>
                    <a:p>
                      <a:pPr algn="l" eaLnBrk="1" hangingPunct="1">
                        <a:lnSpc>
                          <a:spcPct val="90000"/>
                        </a:lnSpc>
                        <a:spcBef>
                          <a:spcPts val="600"/>
                        </a:spcBef>
                        <a:spcAft>
                          <a:spcPts val="200"/>
                        </a:spcAft>
                      </a:pPr>
                      <a:r>
                        <a:rPr sz="1600" b="0" lang="zh-CN" altLang="en-US">
                          <a:latin typeface="微软雅黑"/>
                          <a:ea typeface="微软雅黑"/>
                          <a:cs typeface="微软雅黑"/>
                        </a:rPr>
                        <a:t>边界</a:t>
                      </a:r>
                    </a:p>
                  </a:txBody>
                  <a:tcPr anchor="ctr"/>
                </a:tc>
                <a:tc>
                  <a:txBody>
                    <a:bodyPr wrap="square" lIns="36576" rIns="36576" tIns="18288" bIns="18288" eaLnBrk="1" hangingPunct="1" latinLnBrk="0"/>
                    <a:lstStyle/>
                    <a:p>
                      <a:pPr algn="l" eaLnBrk="1" hangingPunct="1">
                        <a:lnSpc>
                          <a:spcPct val="90000"/>
                        </a:lnSpc>
                        <a:spcBef>
                          <a:spcPts val="600"/>
                        </a:spcBef>
                        <a:spcAft>
                          <a:spcPts val="200"/>
                        </a:spcAft>
                      </a:pPr>
                      <a:r>
                        <a:rPr sz="1600" b="0" lang="zh-CN" altLang="en-US">
                          <a:latin typeface="微软雅黑"/>
                          <a:ea typeface="微软雅黑"/>
                          <a:cs typeface="微软雅黑"/>
                        </a:rPr>
                        <a:t>mall-mbg 是生成代码，要标在图上</a:t>
                      </a:r>
                    </a:p>
                  </a:txBody>
                  <a:tcPr anchor="ctr"/>
                </a:tc>
              </a:tr>
            </a:tbl>
          </a:graphicData>
        </a:graphic>
      </p:graphicFrame>
    </p:spTree>
  </p:cSld>
  <p:clrMapOvr>
    <a:masterClrMapping/>
  </p:clrMapOvr>
  <p:hf sldNum="0" hdr="0" ftr="0" dt="0"/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 lIns="54864" rIns="54864" tIns="18288" bIns="18288" eaLnBrk="1" hangingPunct="1" latinLnBrk="0"/>
          <a:lstStyle/>
          <a:p>
            <a:pPr algn="l" eaLnBrk="1" hangingPunct="1">
              <a:lnSpc>
                <a:spcPct val="100000"/>
              </a:lnSpc>
              <a:spcBef>
                <a:spcPts val="600"/>
              </a:spcBef>
              <a:spcAft>
                <a:spcPts val="200"/>
              </a:spcAft>
            </a:pPr>
            <a:r>
              <a:rPr sz="2800" b="0" lang="zh-CN" altLang="en-US">
                <a:latin typeface="微软雅黑"/>
                <a:ea typeface="微软雅黑"/>
                <a:cs typeface="微软雅黑"/>
              </a:rPr>
              <a:t>任务② 一条调用链</a:t>
            </a:r>
          </a:p>
        </p:txBody>
      </p:sp>
      <p:sp>
        <p:nvSpPr>
          <p:cNvPr id="3" name="body"/>
          <p:cNvSpPr txBox="1"/>
          <p:nvPr/>
        </p:nvSpPr>
        <p:spPr>
          <a:xfrm>
            <a:off x="411480" y="1572768"/>
            <a:ext cx="8321040" cy="1316736"/>
          </a:xfrm>
          <a:prstGeom prst="rect">
            <a:avLst/>
          </a:prstGeom>
          <a:noFill/>
        </p:spPr>
        <p:txBody>
          <a:bodyPr wrap="square" lIns="54864" rIns="54864" tIns="18288" bIns="18288" eaLnBrk="1" hangingPunct="1" latinLnBrk="0"/>
          <a:lstStyle/>
          <a:p>
            <a:pPr algn="l" eaLnBrk="1" hangingPunct="1" marL="469900" indent="-469900">
              <a:lnSpc>
                <a:spcPct val="100000"/>
              </a:lnSpc>
              <a:spcBef>
                <a:spcPts val="400"/>
              </a:spcBef>
              <a:spcAft>
                <a:spcPts val="200"/>
              </a:spcAft>
              <a:buClr>
                <a:schemeClr val="accent2"/>
              </a:buClr>
              <a:buFont typeface="Wingdings" pitchFamily="2" charset="2"/>
              <a:buChar char="n"/>
            </a:pPr>
            <a:r>
              <a:rPr sz="2200" b="0" lang="zh-CN" altLang="en-US">
                <a:latin typeface="微软雅黑"/>
                <a:ea typeface="微软雅黑"/>
                <a:cs typeface="微软雅黑"/>
              </a:rPr>
              <a:t>示例：下单—支付—超时取消。每一跳附上 文件:行号</a:t>
            </a:r>
          </a:p>
          <a:p>
            <a:pPr algn="l" eaLnBrk="1" hangingPunct="1" marL="469900" indent="-469900">
              <a:lnSpc>
                <a:spcPct val="100000"/>
              </a:lnSpc>
              <a:spcBef>
                <a:spcPts val="400"/>
              </a:spcBef>
              <a:spcAft>
                <a:spcPts val="200"/>
              </a:spcAft>
              <a:buClr>
                <a:schemeClr val="accent2"/>
              </a:buClr>
              <a:buFont typeface="Wingdings" pitchFamily="2" charset="2"/>
              <a:buChar char="n"/>
            </a:pPr>
            <a:r>
              <a:rPr sz="2200" b="0" lang="zh-CN" altLang="en-US">
                <a:latin typeface="微软雅黑"/>
                <a:ea typeface="微软雅黑"/>
                <a:cs typeface="微软雅黑"/>
              </a:rPr>
              <a:t>也可以选别的链，但要同样写到存储或消息</a:t>
            </a:r>
          </a:p>
        </p:txBody>
      </p:sp>
      <p:sp>
        <p:nvSpPr>
          <p:cNvPr id="4" name="fig"/>
          <p:cNvSpPr/>
          <p:nvPr/>
        </p:nvSpPr>
        <p:spPr>
          <a:xfrm>
            <a:off x="411480" y="2962656"/>
            <a:ext cx="8321040" cy="459485"/>
          </a:xfrm>
          <a:prstGeom prst="roundRect">
            <a:avLst/>
          </a:prstGeom>
          <a:solidFill>
            <a:srgbClr val="F6E8E6"/>
          </a:solidFill>
          <a:ln>
            <a:solidFill>
              <a:srgbClr val="A33B38"/>
            </a:solidFill>
          </a:ln>
        </p:spPr>
        <p:txBody>
          <a:bodyPr rtlCol="0" anchor="ctr" wrap="square" lIns="54864" rIns="54864" tIns="18288" bIns="18288" eaLnBrk="1" hangingPunct="1" latinLnBrk="0"/>
          <a:lstStyle/>
          <a:p>
            <a:pPr algn="ctr" eaLnBrk="1" hangingPunct="1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2200" b="0" lang="zh-CN" altLang="en-US">
                <a:latin typeface="微软雅黑"/>
                <a:ea typeface="微软雅黑"/>
                <a:cs typeface="微软雅黑"/>
              </a:rPr>
              <a:t>入口</a:t>
            </a:r>
          </a:p>
        </p:txBody>
      </p:sp>
      <p:sp>
        <p:nvSpPr>
          <p:cNvPr id="5" name="fig"/>
          <p:cNvSpPr/>
          <p:nvPr/>
        </p:nvSpPr>
        <p:spPr>
          <a:xfrm>
            <a:off x="4434840" y="3422142"/>
            <a:ext cx="274320" cy="164592"/>
          </a:xfrm>
          <a:prstGeom prst="downArrow">
            <a:avLst/>
          </a:prstGeom>
          <a:solidFill>
            <a:srgbClr val="C05A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fig"/>
          <p:cNvSpPr/>
          <p:nvPr/>
        </p:nvSpPr>
        <p:spPr>
          <a:xfrm>
            <a:off x="411480" y="3696462"/>
            <a:ext cx="8321040" cy="459485"/>
          </a:xfrm>
          <a:prstGeom prst="roundRect">
            <a:avLst/>
          </a:prstGeom>
          <a:solidFill>
            <a:srgbClr val="F6E8E6"/>
          </a:solidFill>
          <a:ln>
            <a:solidFill>
              <a:srgbClr val="A33B38"/>
            </a:solidFill>
          </a:ln>
        </p:spPr>
        <p:txBody>
          <a:bodyPr rtlCol="0" anchor="ctr" wrap="square" lIns="54864" rIns="54864" tIns="18288" bIns="18288" eaLnBrk="1" hangingPunct="1" latinLnBrk="0"/>
          <a:lstStyle/>
          <a:p>
            <a:pPr algn="ctr" eaLnBrk="1" hangingPunct="1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2200" b="0" lang="zh-CN" altLang="en-US">
                <a:latin typeface="微软雅黑"/>
                <a:ea typeface="微软雅黑"/>
                <a:cs typeface="微软雅黑"/>
              </a:rPr>
              <a:t>服务</a:t>
            </a:r>
          </a:p>
        </p:txBody>
      </p:sp>
      <p:sp>
        <p:nvSpPr>
          <p:cNvPr id="7" name="fig"/>
          <p:cNvSpPr/>
          <p:nvPr/>
        </p:nvSpPr>
        <p:spPr>
          <a:xfrm>
            <a:off x="4434840" y="4155948"/>
            <a:ext cx="274320" cy="164592"/>
          </a:xfrm>
          <a:prstGeom prst="downArrow">
            <a:avLst/>
          </a:prstGeom>
          <a:solidFill>
            <a:srgbClr val="C05A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fig"/>
          <p:cNvSpPr/>
          <p:nvPr/>
        </p:nvSpPr>
        <p:spPr>
          <a:xfrm>
            <a:off x="411480" y="4430268"/>
            <a:ext cx="8321040" cy="459485"/>
          </a:xfrm>
          <a:prstGeom prst="roundRect">
            <a:avLst/>
          </a:prstGeom>
          <a:solidFill>
            <a:srgbClr val="F6E8E6"/>
          </a:solidFill>
          <a:ln>
            <a:solidFill>
              <a:srgbClr val="A33B38"/>
            </a:solidFill>
          </a:ln>
        </p:spPr>
        <p:txBody>
          <a:bodyPr rtlCol="0" anchor="ctr" wrap="square" lIns="54864" rIns="54864" tIns="18288" bIns="18288" eaLnBrk="1" hangingPunct="1" latinLnBrk="0"/>
          <a:lstStyle/>
          <a:p>
            <a:pPr algn="ctr" eaLnBrk="1" hangingPunct="1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2200" b="0" lang="zh-CN" altLang="en-US">
                <a:latin typeface="微软雅黑"/>
                <a:ea typeface="微软雅黑"/>
                <a:cs typeface="微软雅黑"/>
              </a:rPr>
              <a:t>存储</a:t>
            </a:r>
          </a:p>
        </p:txBody>
      </p:sp>
      <p:sp>
        <p:nvSpPr>
          <p:cNvPr id="9" name="fig"/>
          <p:cNvSpPr/>
          <p:nvPr/>
        </p:nvSpPr>
        <p:spPr>
          <a:xfrm>
            <a:off x="4434840" y="4889754"/>
            <a:ext cx="274320" cy="164592"/>
          </a:xfrm>
          <a:prstGeom prst="downArrow">
            <a:avLst/>
          </a:prstGeom>
          <a:solidFill>
            <a:srgbClr val="C05A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fig"/>
          <p:cNvSpPr/>
          <p:nvPr/>
        </p:nvSpPr>
        <p:spPr>
          <a:xfrm>
            <a:off x="411480" y="5164074"/>
            <a:ext cx="8321040" cy="459485"/>
          </a:xfrm>
          <a:prstGeom prst="roundRect">
            <a:avLst/>
          </a:prstGeom>
          <a:solidFill>
            <a:srgbClr val="F6E8E6"/>
          </a:solidFill>
          <a:ln>
            <a:solidFill>
              <a:srgbClr val="A33B38"/>
            </a:solidFill>
          </a:ln>
        </p:spPr>
        <p:txBody>
          <a:bodyPr rtlCol="0" anchor="ctr" wrap="square" lIns="54864" rIns="54864" tIns="18288" bIns="18288" eaLnBrk="1" hangingPunct="1" latinLnBrk="0"/>
          <a:lstStyle/>
          <a:p>
            <a:pPr algn="ctr" eaLnBrk="1" hangingPunct="1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2200" b="0" lang="zh-CN" altLang="en-US">
                <a:latin typeface="微软雅黑"/>
                <a:ea typeface="微软雅黑"/>
                <a:cs typeface="微软雅黑"/>
              </a:rPr>
              <a:t>消息</a:t>
            </a:r>
          </a:p>
        </p:txBody>
      </p:sp>
    </p:spTree>
  </p:cSld>
  <p:clrMapOvr>
    <a:masterClrMapping/>
  </p:clrMapOvr>
  <p:hf sldNum="0" hdr="0" ftr="0" dt="0"/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 lIns="54864" rIns="54864" tIns="18288" bIns="18288" eaLnBrk="1" hangingPunct="1" latinLnBrk="0"/>
          <a:lstStyle/>
          <a:p>
            <a:pPr algn="l" eaLnBrk="1" hangingPunct="1">
              <a:lnSpc>
                <a:spcPct val="100000"/>
              </a:lnSpc>
              <a:spcBef>
                <a:spcPts val="600"/>
              </a:spcBef>
              <a:spcAft>
                <a:spcPts val="200"/>
              </a:spcAft>
            </a:pPr>
            <a:r>
              <a:rPr sz="2800" b="0" lang="zh-CN" altLang="en-US">
                <a:latin typeface="微软雅黑"/>
                <a:ea typeface="微软雅黑"/>
                <a:cs typeface="微软雅黑"/>
              </a:rPr>
              <a:t>任务③ 核实一项推断</a:t>
            </a:r>
          </a:p>
        </p:txBody>
      </p:sp>
      <p:sp>
        <p:nvSpPr>
          <p:cNvPr id="3" name="body"/>
          <p:cNvSpPr>
            <a:spLocks noGrp="1"/>
          </p:cNvSpPr>
          <p:nvPr>
            <p:ph idx="1"/>
          </p:nvPr>
        </p:nvSpPr>
        <p:spPr>
          <a:xfrm>
            <a:off x="384048" y="1444752"/>
            <a:ext cx="8366760" cy="4480560"/>
          </a:xfrm>
        </p:spPr>
        <p:txBody>
          <a:bodyPr wrap="square" lIns="54864" rIns="54864" tIns="18288" bIns="18288" eaLnBrk="1" hangingPunct="1" latinLnBrk="0"/>
          <a:lstStyle/>
          <a:p>
            <a:pPr algn="l" eaLnBrk="1" hangingPunct="1">
              <a:lnSpc>
                <a:spcPct val="100000"/>
              </a:lnSpc>
              <a:spcBef>
                <a:spcPts val="2000"/>
              </a:spcBef>
              <a:spcAft>
                <a:spcPts val="200"/>
              </a:spcAft>
            </a:pPr>
            <a:r>
              <a:rPr sz="2400" b="0" lang="zh-CN" altLang="en-US">
                <a:latin typeface="微软雅黑"/>
                <a:ea typeface="微软雅黑"/>
                <a:cs typeface="微软雅黑"/>
              </a:rPr>
              <a:t>在所选调用链里挑一项推断</a:t>
            </a:r>
          </a:p>
          <a:p>
            <a:pPr algn="l" eaLnBrk="1" hangingPunct="1">
              <a:lnSpc>
                <a:spcPct val="100000"/>
              </a:lnSpc>
              <a:spcBef>
                <a:spcPts val="2000"/>
              </a:spcBef>
              <a:spcAft>
                <a:spcPts val="200"/>
              </a:spcAft>
            </a:pPr>
            <a:r>
              <a:rPr sz="2400" b="0" lang="zh-CN" altLang="en-US">
                <a:latin typeface="微软雅黑"/>
                <a:ea typeface="微软雅黑"/>
                <a:cs typeface="微软雅黑"/>
              </a:rPr>
              <a:t>用断点，或用可重复运行来核实</a:t>
            </a:r>
          </a:p>
          <a:p>
            <a:pPr algn="l" eaLnBrk="1" hangingPunct="1">
              <a:lnSpc>
                <a:spcPct val="100000"/>
              </a:lnSpc>
              <a:spcBef>
                <a:spcPts val="2000"/>
              </a:spcBef>
              <a:spcAft>
                <a:spcPts val="200"/>
              </a:spcAft>
            </a:pPr>
            <a:r>
              <a:rPr sz="2400" b="0" lang="zh-CN" altLang="en-US">
                <a:latin typeface="微软雅黑"/>
                <a:ea typeface="微软雅黑"/>
                <a:cs typeface="微软雅黑"/>
              </a:rPr>
              <a:t>记录预期、观察与修正</a:t>
            </a:r>
          </a:p>
          <a:p>
            <a:pPr algn="l" eaLnBrk="1" hangingPunct="1">
              <a:lnSpc>
                <a:spcPct val="100000"/>
              </a:lnSpc>
              <a:spcBef>
                <a:spcPts val="2000"/>
              </a:spcBef>
              <a:spcAft>
                <a:spcPts val="200"/>
              </a:spcAft>
            </a:pPr>
            <a:r>
              <a:rPr sz="2400" b="0" lang="zh-CN" altLang="en-US">
                <a:latin typeface="微软雅黑"/>
                <a:ea typeface="微软雅黑"/>
                <a:cs typeface="微软雅黑"/>
              </a:rPr>
              <a:t>工具通过不能代替所选链的核实</a:t>
            </a:r>
          </a:p>
          <a:p>
            <a:pPr algn="l" eaLnBrk="1" hangingPunct="1">
              <a:lnSpc>
                <a:spcPct val="100000"/>
              </a:lnSpc>
              <a:spcBef>
                <a:spcPts val="2000"/>
              </a:spcBef>
              <a:spcAft>
                <a:spcPts val="200"/>
              </a:spcAft>
            </a:pPr>
            <a:r>
              <a:rPr sz="2400" b="0" lang="zh-CN" altLang="en-US">
                <a:latin typeface="微软雅黑"/>
                <a:ea typeface="微软雅黑"/>
                <a:cs typeface="微软雅黑"/>
              </a:rPr>
              <a:t>公开的商品查询即使通过，也不等于下单或取消已经执行成功</a:t>
            </a:r>
          </a:p>
        </p:txBody>
      </p:sp>
    </p:spTree>
  </p:cSld>
  <p:clrMapOvr>
    <a:masterClrMapping/>
  </p:clrMapOvr>
  <p:hf sldNum="0" hdr="0" ftr="0" dt="0"/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 lIns="54864" rIns="54864" tIns="18288" bIns="18288" eaLnBrk="1" hangingPunct="1" latinLnBrk="0"/>
          <a:lstStyle/>
          <a:p>
            <a:pPr algn="l" eaLnBrk="1" hangingPunct="1">
              <a:lnSpc>
                <a:spcPct val="100000"/>
              </a:lnSpc>
              <a:spcBef>
                <a:spcPts val="600"/>
              </a:spcBef>
              <a:spcAft>
                <a:spcPts val="200"/>
              </a:spcAft>
            </a:pPr>
            <a:r>
              <a:rPr sz="2800" b="0" lang="zh-CN" altLang="en-US">
                <a:latin typeface="微软雅黑"/>
                <a:ea typeface="微软雅黑"/>
                <a:cs typeface="微软雅黑"/>
              </a:rPr>
              <a:t>任务④⑤ 疑点与环境问题</a:t>
            </a:r>
          </a:p>
        </p:txBody>
      </p:sp>
      <p:sp>
        <p:nvSpPr>
          <p:cNvPr id="3" name="body"/>
          <p:cNvSpPr>
            <a:spLocks noGrp="1"/>
          </p:cNvSpPr>
          <p:nvPr>
            <p:ph idx="1"/>
          </p:nvPr>
        </p:nvSpPr>
        <p:spPr>
          <a:xfrm>
            <a:off x="384048" y="1444752"/>
            <a:ext cx="8366760" cy="4480560"/>
          </a:xfrm>
        </p:spPr>
        <p:txBody>
          <a:bodyPr wrap="square" lIns="54864" rIns="54864" tIns="18288" bIns="18288" eaLnBrk="1" hangingPunct="1" latinLnBrk="0"/>
          <a:lstStyle/>
          <a:p>
            <a:pPr algn="l" eaLnBrk="1" hangingPunct="1">
              <a:lnSpc>
                <a:spcPct val="100000"/>
              </a:lnSpc>
              <a:spcBef>
                <a:spcPts val="2000"/>
              </a:spcBef>
              <a:spcAft>
                <a:spcPts val="200"/>
              </a:spcAft>
            </a:pPr>
            <a:r>
              <a:rPr sz="2400" b="0" lang="zh-CN" altLang="en-US">
                <a:latin typeface="微软雅黑"/>
                <a:ea typeface="微软雅黑"/>
                <a:cs typeface="微软雅黑"/>
              </a:rPr>
              <a:t>列出疑点清单</a:t>
            </a:r>
          </a:p>
          <a:p>
            <a:pPr algn="l" eaLnBrk="1" hangingPunct="1">
              <a:lnSpc>
                <a:spcPct val="100000"/>
              </a:lnSpc>
              <a:spcBef>
                <a:spcPts val="2000"/>
              </a:spcBef>
              <a:spcAft>
                <a:spcPts val="200"/>
              </a:spcAft>
            </a:pPr>
            <a:r>
              <a:rPr sz="2400" b="0" lang="zh-CN" altLang="en-US">
                <a:latin typeface="微软雅黑"/>
                <a:ea typeface="微软雅黑"/>
                <a:cs typeface="微软雅黑"/>
              </a:rPr>
              <a:t>用可维护性的五个子特性，把设计问题与理解不足区分开</a:t>
            </a:r>
          </a:p>
          <a:p>
            <a:pPr algn="l" eaLnBrk="1" hangingPunct="1">
              <a:lnSpc>
                <a:spcPct val="100000"/>
              </a:lnSpc>
              <a:spcBef>
                <a:spcPts val="2000"/>
              </a:spcBef>
              <a:spcAft>
                <a:spcPts val="200"/>
              </a:spcAft>
            </a:pPr>
            <a:r>
              <a:rPr sz="2400" b="0" lang="zh-CN" altLang="en-US">
                <a:latin typeface="微软雅黑"/>
                <a:ea typeface="微软雅黑"/>
                <a:cs typeface="微软雅黑"/>
              </a:rPr>
              <a:t>核对之后，可以确认原来的设计是合理的</a:t>
            </a:r>
          </a:p>
          <a:p>
            <a:pPr algn="l" eaLnBrk="1" hangingPunct="1">
              <a:lnSpc>
                <a:spcPct val="100000"/>
              </a:lnSpc>
              <a:spcBef>
                <a:spcPts val="2000"/>
              </a:spcBef>
              <a:spcAft>
                <a:spcPts val="200"/>
              </a:spcAft>
            </a:pPr>
            <a:r>
              <a:rPr sz="2400" b="0" lang="zh-CN" altLang="en-US">
                <a:latin typeface="微软雅黑"/>
                <a:ea typeface="微软雅黑"/>
                <a:cs typeface="微软雅黑"/>
              </a:rPr>
              <a:t>同时记录环境问题，以及你怎么解决的</a:t>
            </a:r>
          </a:p>
          <a:p>
            <a:pPr algn="l" eaLnBrk="1" hangingPunct="1">
              <a:lnSpc>
                <a:spcPct val="100000"/>
              </a:lnSpc>
              <a:spcBef>
                <a:spcPts val="2000"/>
              </a:spcBef>
              <a:spcAft>
                <a:spcPts val="200"/>
              </a:spcAft>
            </a:pPr>
            <a:r>
              <a:rPr sz="2400" b="0" lang="zh-CN" altLang="en-US">
                <a:latin typeface="微软雅黑"/>
                <a:ea typeface="微软雅黑"/>
                <a:cs typeface="微软雅黑"/>
              </a:rPr>
              <a:t>环境故障不要写成业务失败</a:t>
            </a:r>
          </a:p>
        </p:txBody>
      </p:sp>
    </p:spTree>
  </p:cSld>
  <p:clrMapOvr>
    <a:masterClrMapping/>
  </p:clrMapOvr>
  <p:hf sldNum="0" hdr="0" ftr="0" dt="0"/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 lIns="54864" rIns="54864" tIns="18288" bIns="18288" eaLnBrk="1" hangingPunct="1" latinLnBrk="0"/>
          <a:lstStyle/>
          <a:p>
            <a:pPr algn="l" eaLnBrk="1" hangingPunct="1">
              <a:lnSpc>
                <a:spcPct val="100000"/>
              </a:lnSpc>
              <a:spcBef>
                <a:spcPts val="600"/>
              </a:spcBef>
              <a:spcAft>
                <a:spcPts val="200"/>
              </a:spcAft>
            </a:pPr>
            <a:r>
              <a:rPr sz="2800" b="0" lang="zh-CN" altLang="en-US">
                <a:latin typeface="微软雅黑"/>
                <a:ea typeface="微软雅黑"/>
                <a:cs typeface="微软雅黑"/>
              </a:rPr>
              <a:t>本次怎么评分</a:t>
            </a:r>
          </a:p>
        </p:txBody>
      </p:sp>
      <p:graphicFrame>
        <p:nvGraphicFramePr>
          <p:cNvPr id="3" name="table"/>
          <p:cNvGraphicFramePr>
            <a:graphicFrameLocks noGrp="1"/>
          </p:cNvGraphicFramePr>
          <p:nvPr/>
        </p:nvGraphicFramePr>
        <p:xfrm>
          <a:off x="365760" y="1481328"/>
          <a:ext cx="8412480" cy="374903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88720"/>
                <a:gridCol w="1554480"/>
                <a:gridCol w="5669280"/>
              </a:tblGrid>
              <a:tr h="749807">
                <a:tc>
                  <a:txBody>
                    <a:bodyPr wrap="square" lIns="36576" rIns="36576" tIns="18288" bIns="18288" eaLnBrk="1" hangingPunct="1" latinLnBrk="0"/>
                    <a:lstStyle/>
                    <a:p>
                      <a:pPr algn="l" eaLnBrk="1" hangingPunct="1">
                        <a:lnSpc>
                          <a:spcPct val="90000"/>
                        </a:lnSpc>
                        <a:spcBef>
                          <a:spcPts val="600"/>
                        </a:spcBef>
                        <a:spcAft>
                          <a:spcPts val="200"/>
                        </a:spcAft>
                      </a:pPr>
                      <a:r>
                        <a:rPr sz="1800" b="0" lang="zh-CN" altLang="en-US">
                          <a:latin typeface="微软雅黑"/>
                          <a:ea typeface="微软雅黑"/>
                          <a:cs typeface="微软雅黑"/>
                        </a:rPr>
                        <a:t>维度</a:t>
                      </a:r>
                    </a:p>
                  </a:txBody>
                  <a:tcPr anchor="ctr"/>
                </a:tc>
                <a:tc>
                  <a:txBody>
                    <a:bodyPr wrap="square" lIns="36576" rIns="36576" tIns="18288" bIns="18288" eaLnBrk="1" hangingPunct="1" latinLnBrk="0"/>
                    <a:lstStyle/>
                    <a:p>
                      <a:pPr algn="l" eaLnBrk="1" hangingPunct="1">
                        <a:lnSpc>
                          <a:spcPct val="90000"/>
                        </a:lnSpc>
                        <a:spcBef>
                          <a:spcPts val="600"/>
                        </a:spcBef>
                        <a:spcAft>
                          <a:spcPts val="200"/>
                        </a:spcAft>
                      </a:pPr>
                      <a:r>
                        <a:rPr sz="1800" b="0" lang="zh-CN" altLang="en-US">
                          <a:latin typeface="微软雅黑"/>
                          <a:ea typeface="微软雅黑"/>
                          <a:cs typeface="微软雅黑"/>
                        </a:rPr>
                        <a:t>分值</a:t>
                      </a:r>
                    </a:p>
                  </a:txBody>
                  <a:tcPr anchor="ctr"/>
                </a:tc>
                <a:tc>
                  <a:txBody>
                    <a:bodyPr wrap="square" lIns="36576" rIns="36576" tIns="18288" bIns="18288" eaLnBrk="1" hangingPunct="1" latinLnBrk="0"/>
                    <a:lstStyle/>
                    <a:p>
                      <a:pPr algn="l" eaLnBrk="1" hangingPunct="1">
                        <a:lnSpc>
                          <a:spcPct val="90000"/>
                        </a:lnSpc>
                        <a:spcBef>
                          <a:spcPts val="600"/>
                        </a:spcBef>
                        <a:spcAft>
                          <a:spcPts val="200"/>
                        </a:spcAft>
                      </a:pPr>
                      <a:r>
                        <a:rPr sz="1800" b="0" lang="zh-CN" altLang="en-US">
                          <a:latin typeface="微软雅黑"/>
                          <a:ea typeface="微软雅黑"/>
                          <a:cs typeface="微软雅黑"/>
                        </a:rPr>
                        <a:t>看什么</a:t>
                      </a:r>
                    </a:p>
                  </a:txBody>
                  <a:tcPr anchor="ctr"/>
                </a:tc>
              </a:tr>
              <a:tr h="749807">
                <a:tc>
                  <a:txBody>
                    <a:bodyPr wrap="square" lIns="36576" rIns="36576" tIns="18288" bIns="18288" eaLnBrk="1" hangingPunct="1" latinLnBrk="0"/>
                    <a:lstStyle/>
                    <a:p>
                      <a:pPr algn="l" eaLnBrk="1" hangingPunct="1">
                        <a:lnSpc>
                          <a:spcPct val="90000"/>
                        </a:lnSpc>
                        <a:spcBef>
                          <a:spcPts val="600"/>
                        </a:spcBef>
                        <a:spcAft>
                          <a:spcPts val="200"/>
                        </a:spcAft>
                      </a:pPr>
                      <a:r>
                        <a:rPr sz="1800" b="0" lang="zh-CN" altLang="en-US">
                          <a:latin typeface="微软雅黑"/>
                          <a:ea typeface="微软雅黑"/>
                          <a:cs typeface="微软雅黑"/>
                        </a:rPr>
                        <a:t>讲清楚</a:t>
                      </a:r>
                    </a:p>
                  </a:txBody>
                  <a:tcPr anchor="ctr"/>
                </a:tc>
                <a:tc>
                  <a:txBody>
                    <a:bodyPr wrap="square" lIns="36576" rIns="36576" tIns="18288" bIns="18288" eaLnBrk="1" hangingPunct="1" latinLnBrk="0"/>
                    <a:lstStyle/>
                    <a:p>
                      <a:pPr algn="l" eaLnBrk="1" hangingPunct="1">
                        <a:lnSpc>
                          <a:spcPct val="90000"/>
                        </a:lnSpc>
                        <a:spcBef>
                          <a:spcPts val="600"/>
                        </a:spcBef>
                        <a:spcAft>
                          <a:spcPts val="200"/>
                        </a:spcAft>
                      </a:pPr>
                      <a:r>
                        <a:rPr sz="1800" b="0" lang="zh-CN" altLang="en-US">
                          <a:latin typeface="微软雅黑"/>
                          <a:ea typeface="微软雅黑"/>
                          <a:cs typeface="微软雅黑"/>
                        </a:rPr>
                        <a:t>30（10+20）</a:t>
                      </a:r>
                    </a:p>
                  </a:txBody>
                  <a:tcPr anchor="ctr"/>
                </a:tc>
                <a:tc>
                  <a:txBody>
                    <a:bodyPr wrap="square" lIns="36576" rIns="36576" tIns="18288" bIns="18288" eaLnBrk="1" hangingPunct="1" latinLnBrk="0"/>
                    <a:lstStyle/>
                    <a:p>
                      <a:pPr algn="l" eaLnBrk="1" hangingPunct="1">
                        <a:lnSpc>
                          <a:spcPct val="90000"/>
                        </a:lnSpc>
                        <a:spcBef>
                          <a:spcPts val="600"/>
                        </a:spcBef>
                        <a:spcAft>
                          <a:spcPts val="200"/>
                        </a:spcAft>
                      </a:pPr>
                      <a:r>
                        <a:rPr sz="1800" b="0" lang="zh-CN" altLang="en-US">
                          <a:latin typeface="微软雅黑"/>
                          <a:ea typeface="微软雅黑"/>
                          <a:cs typeface="微软雅黑"/>
                        </a:rPr>
                        <a:t>七个模块与生成边界 10；所选链从入口到服务、存储／消息的调用和数据流 20，附文件:行号</a:t>
                      </a:r>
                    </a:p>
                  </a:txBody>
                  <a:tcPr anchor="ctr"/>
                </a:tc>
              </a:tr>
              <a:tr h="749807">
                <a:tc>
                  <a:txBody>
                    <a:bodyPr wrap="square" lIns="36576" rIns="36576" tIns="18288" bIns="18288" eaLnBrk="1" hangingPunct="1" latinLnBrk="0"/>
                    <a:lstStyle/>
                    <a:p>
                      <a:pPr algn="l" eaLnBrk="1" hangingPunct="1">
                        <a:lnSpc>
                          <a:spcPct val="90000"/>
                        </a:lnSpc>
                        <a:spcBef>
                          <a:spcPts val="600"/>
                        </a:spcBef>
                        <a:spcAft>
                          <a:spcPts val="200"/>
                        </a:spcAft>
                      </a:pPr>
                      <a:r>
                        <a:rPr sz="1800" b="0" lang="zh-CN" altLang="en-US">
                          <a:latin typeface="微软雅黑"/>
                          <a:ea typeface="微软雅黑"/>
                          <a:cs typeface="微软雅黑"/>
                        </a:rPr>
                        <a:t>有依据</a:t>
                      </a:r>
                    </a:p>
                  </a:txBody>
                  <a:tcPr anchor="ctr"/>
                </a:tc>
                <a:tc>
                  <a:txBody>
                    <a:bodyPr wrap="square" lIns="36576" rIns="36576" tIns="18288" bIns="18288" eaLnBrk="1" hangingPunct="1" latinLnBrk="0"/>
                    <a:lstStyle/>
                    <a:p>
                      <a:pPr algn="l" eaLnBrk="1" hangingPunct="1">
                        <a:lnSpc>
                          <a:spcPct val="90000"/>
                        </a:lnSpc>
                        <a:spcBef>
                          <a:spcPts val="600"/>
                        </a:spcBef>
                        <a:spcAft>
                          <a:spcPts val="200"/>
                        </a:spcAft>
                      </a:pPr>
                      <a:r>
                        <a:rPr sz="1800" b="0" lang="zh-CN" altLang="en-US">
                          <a:latin typeface="微软雅黑"/>
                          <a:ea typeface="微软雅黑"/>
                          <a:cs typeface="微软雅黑"/>
                        </a:rPr>
                        <a:t>30（20+10）</a:t>
                      </a:r>
                    </a:p>
                  </a:txBody>
                  <a:tcPr anchor="ctr"/>
                </a:tc>
                <a:tc>
                  <a:txBody>
                    <a:bodyPr wrap="square" lIns="36576" rIns="36576" tIns="18288" bIns="18288" eaLnBrk="1" hangingPunct="1" latinLnBrk="0"/>
                    <a:lstStyle/>
                    <a:p>
                      <a:pPr algn="l" eaLnBrk="1" hangingPunct="1">
                        <a:lnSpc>
                          <a:spcPct val="90000"/>
                        </a:lnSpc>
                        <a:spcBef>
                          <a:spcPts val="600"/>
                        </a:spcBef>
                        <a:spcAft>
                          <a:spcPts val="200"/>
                        </a:spcAft>
                      </a:pPr>
                      <a:r>
                        <a:rPr sz="1800" b="0" lang="zh-CN" altLang="en-US">
                          <a:latin typeface="微软雅黑"/>
                          <a:ea typeface="微软雅黑"/>
                          <a:cs typeface="微软雅黑"/>
                        </a:rPr>
                        <a:t>依赖、进程与库、数据归属中的两项实际判断 20；</a:t>
                      </a:r>
                    </a:p>
                    <a:p>
                      <a:pPr algn="l" eaLnBrk="1" hangingPunct="1">
                        <a:lnSpc>
                          <a:spcPct val="90000"/>
                        </a:lnSpc>
                        <a:spcBef>
                          <a:spcPts val="600"/>
                        </a:spcBef>
                        <a:spcAft>
                          <a:spcPts val="200"/>
                        </a:spcAft>
                      </a:pPr>
                      <a:r>
                        <a:rPr sz="1800" b="0" lang="zh-CN" altLang="en-US">
                          <a:latin typeface="微软雅黑"/>
                          <a:ea typeface="微软雅黑"/>
                          <a:cs typeface="微软雅黑"/>
                        </a:rPr>
                        <a:t>区分设计疑点与理解不足 10</a:t>
                      </a:r>
                    </a:p>
                  </a:txBody>
                  <a:tcPr anchor="ctr"/>
                </a:tc>
              </a:tr>
              <a:tr h="749807">
                <a:tc>
                  <a:txBody>
                    <a:bodyPr wrap="square" lIns="36576" rIns="36576" tIns="18288" bIns="18288" eaLnBrk="1" hangingPunct="1" latinLnBrk="0"/>
                    <a:lstStyle/>
                    <a:p>
                      <a:pPr algn="l" eaLnBrk="1" hangingPunct="1">
                        <a:lnSpc>
                          <a:spcPct val="90000"/>
                        </a:lnSpc>
                        <a:spcBef>
                          <a:spcPts val="600"/>
                        </a:spcBef>
                        <a:spcAft>
                          <a:spcPts val="200"/>
                        </a:spcAft>
                      </a:pPr>
                      <a:r>
                        <a:rPr sz="1800" b="0" lang="zh-CN" altLang="en-US">
                          <a:latin typeface="微软雅黑"/>
                          <a:ea typeface="微软雅黑"/>
                          <a:cs typeface="微软雅黑"/>
                        </a:rPr>
                        <a:t>验证过</a:t>
                      </a:r>
                    </a:p>
                  </a:txBody>
                  <a:tcPr anchor="ctr"/>
                </a:tc>
                <a:tc>
                  <a:txBody>
                    <a:bodyPr wrap="square" lIns="36576" rIns="36576" tIns="18288" bIns="18288" eaLnBrk="1" hangingPunct="1" latinLnBrk="0"/>
                    <a:lstStyle/>
                    <a:p>
                      <a:pPr algn="l" eaLnBrk="1" hangingPunct="1">
                        <a:lnSpc>
                          <a:spcPct val="90000"/>
                        </a:lnSpc>
                        <a:spcBef>
                          <a:spcPts val="600"/>
                        </a:spcBef>
                        <a:spcAft>
                          <a:spcPts val="200"/>
                        </a:spcAft>
                      </a:pPr>
                      <a:r>
                        <a:rPr sz="1800" b="0" lang="zh-CN" altLang="en-US">
                          <a:latin typeface="微软雅黑"/>
                          <a:ea typeface="微软雅黑"/>
                          <a:cs typeface="微软雅黑"/>
                        </a:rPr>
                        <a:t>40（20+20）</a:t>
                      </a:r>
                    </a:p>
                  </a:txBody>
                  <a:tcPr anchor="ctr"/>
                </a:tc>
                <a:tc>
                  <a:txBody>
                    <a:bodyPr wrap="square" lIns="36576" rIns="36576" tIns="18288" bIns="18288" eaLnBrk="1" hangingPunct="1" latinLnBrk="0"/>
                    <a:lstStyle/>
                    <a:p>
                      <a:pPr algn="l" eaLnBrk="1" hangingPunct="1">
                        <a:lnSpc>
                          <a:spcPct val="90000"/>
                        </a:lnSpc>
                        <a:spcBef>
                          <a:spcPts val="600"/>
                        </a:spcBef>
                        <a:spcAft>
                          <a:spcPts val="200"/>
                        </a:spcAft>
                      </a:pPr>
                      <a:r>
                        <a:rPr sz="1800" b="0" lang="zh-CN" altLang="en-US">
                          <a:latin typeface="微软雅黑"/>
                          <a:ea typeface="微软雅黑"/>
                          <a:cs typeface="微软雅黑"/>
                        </a:rPr>
                        <a:t>本人构建并做只读查询 20；受控测试、断点或可重复运行核实，记下预期、观察与修正 20</a:t>
                      </a:r>
                    </a:p>
                  </a:txBody>
                  <a:tcPr anchor="ctr"/>
                </a:tc>
              </a:tr>
              <a:tr h="749811">
                <a:tc>
                  <a:txBody>
                    <a:bodyPr wrap="square" lIns="36576" rIns="36576" tIns="18288" bIns="18288" eaLnBrk="1" hangingPunct="1" latinLnBrk="0"/>
                    <a:lstStyle/>
                    <a:p>
                      <a:pPr algn="l" eaLnBrk="1" hangingPunct="1">
                        <a:lnSpc>
                          <a:spcPct val="90000"/>
                        </a:lnSpc>
                        <a:spcBef>
                          <a:spcPts val="600"/>
                        </a:spcBef>
                        <a:spcAft>
                          <a:spcPts val="200"/>
                        </a:spcAft>
                      </a:pPr>
                      <a:r>
                        <a:rPr sz="1800" b="0" lang="zh-CN" altLang="en-US">
                          <a:latin typeface="微软雅黑"/>
                          <a:ea typeface="微软雅黑"/>
                          <a:cs typeface="微软雅黑"/>
                        </a:rPr>
                        <a:t>不要求</a:t>
                      </a:r>
                    </a:p>
                  </a:txBody>
                  <a:tcPr anchor="ctr"/>
                </a:tc>
                <a:tc>
                  <a:txBody>
                    <a:bodyPr wrap="square" lIns="36576" rIns="36576" tIns="18288" bIns="18288" eaLnBrk="1" hangingPunct="1" latinLnBrk="0"/>
                    <a:lstStyle/>
                    <a:p>
                      <a:pPr algn="l" eaLnBrk="1" hangingPunct="1">
                        <a:lnSpc>
                          <a:spcPct val="90000"/>
                        </a:lnSpc>
                        <a:spcBef>
                          <a:spcPts val="600"/>
                        </a:spcBef>
                        <a:spcAft>
                          <a:spcPts val="200"/>
                        </a:spcAft>
                      </a:pPr>
                      <a:r>
                        <a:rPr sz="1800" b="0" lang="zh-CN" altLang="en-US">
                          <a:latin typeface="微软雅黑"/>
                          <a:ea typeface="微软雅黑"/>
                          <a:cs typeface="微软雅黑"/>
                        </a:rPr>
                        <a:t>—</a:t>
                      </a:r>
                    </a:p>
                  </a:txBody>
                  <a:tcPr anchor="ctr"/>
                </a:tc>
                <a:tc>
                  <a:txBody>
                    <a:bodyPr wrap="square" lIns="36576" rIns="36576" tIns="18288" bIns="18288" eaLnBrk="1" hangingPunct="1" latinLnBrk="0"/>
                    <a:lstStyle/>
                    <a:p>
                      <a:pPr algn="l" eaLnBrk="1" hangingPunct="1">
                        <a:lnSpc>
                          <a:spcPct val="90000"/>
                        </a:lnSpc>
                        <a:spcBef>
                          <a:spcPts val="600"/>
                        </a:spcBef>
                        <a:spcAft>
                          <a:spcPts val="200"/>
                        </a:spcAft>
                      </a:pPr>
                      <a:r>
                        <a:rPr sz="1800" b="0" lang="zh-CN" altLang="en-US">
                          <a:latin typeface="微软雅黑"/>
                          <a:ea typeface="微软雅黑"/>
                          <a:cs typeface="微软雅黑"/>
                        </a:rPr>
                        <a:t>不修改产品代码，不制造缺陷</a:t>
                      </a:r>
                    </a:p>
                  </a:txBody>
                  <a:tcPr anchor="ctr"/>
                </a:tc>
              </a:tr>
            </a:tbl>
          </a:graphicData>
        </a:graphic>
      </p:graphicFrame>
    </p:spTree>
  </p:cSld>
  <p:clrMapOvr>
    <a:masterClrMapping/>
  </p:clrMapOvr>
  <p:hf sldNum="0" hdr="0" ftr="0" dt="0"/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 lIns="54864" rIns="54864" tIns="18288" bIns="18288" eaLnBrk="1" hangingPunct="1" latinLnBrk="0"/>
          <a:lstStyle/>
          <a:p>
            <a:pPr algn="l" eaLnBrk="1" hangingPunct="1">
              <a:lnSpc>
                <a:spcPct val="100000"/>
              </a:lnSpc>
              <a:spcBef>
                <a:spcPts val="600"/>
              </a:spcBef>
              <a:spcAft>
                <a:spcPts val="200"/>
              </a:spcAft>
            </a:pPr>
            <a:r>
              <a:rPr sz="2800" b="0" lang="zh-CN" altLang="en-US">
                <a:latin typeface="微软雅黑"/>
                <a:ea typeface="微软雅黑"/>
                <a:cs typeface="微软雅黑"/>
              </a:rPr>
              <a:t>抽人讲解，并提一个问题</a:t>
            </a:r>
          </a:p>
        </p:txBody>
      </p:sp>
      <p:sp>
        <p:nvSpPr>
          <p:cNvPr id="3" name="body"/>
          <p:cNvSpPr txBox="1"/>
          <p:nvPr/>
        </p:nvSpPr>
        <p:spPr>
          <a:xfrm>
            <a:off x="411480" y="1572768"/>
            <a:ext cx="8321040" cy="1316736"/>
          </a:xfrm>
          <a:prstGeom prst="rect">
            <a:avLst/>
          </a:prstGeom>
          <a:noFill/>
        </p:spPr>
        <p:txBody>
          <a:bodyPr wrap="square" lIns="54864" rIns="54864" tIns="18288" bIns="18288" eaLnBrk="1" hangingPunct="1" latinLnBrk="0"/>
          <a:lstStyle/>
          <a:p>
            <a:pPr algn="l" eaLnBrk="1" hangingPunct="1" marL="469900" indent="-469900">
              <a:lnSpc>
                <a:spcPct val="100000"/>
              </a:lnSpc>
              <a:spcBef>
                <a:spcPts val="400"/>
              </a:spcBef>
              <a:spcAft>
                <a:spcPts val="200"/>
              </a:spcAft>
              <a:buClr>
                <a:schemeClr val="accent2"/>
              </a:buClr>
              <a:buFont typeface="Wingdings" pitchFamily="2" charset="2"/>
              <a:buChar char="n"/>
            </a:pPr>
            <a:r>
              <a:rPr sz="2200" b="0" lang="zh-CN" altLang="en-US">
                <a:latin typeface="微软雅黑"/>
                <a:ea typeface="微软雅黑"/>
                <a:cs typeface="微软雅黑"/>
              </a:rPr>
              <a:t>抽 2 名学生，各讲一个类属于哪个模块、被谁调用</a:t>
            </a:r>
          </a:p>
          <a:p>
            <a:pPr algn="l" eaLnBrk="1" hangingPunct="1" marL="469900" indent="-469900">
              <a:lnSpc>
                <a:spcPct val="100000"/>
              </a:lnSpc>
              <a:spcBef>
                <a:spcPts val="400"/>
              </a:spcBef>
              <a:spcAft>
                <a:spcPts val="200"/>
              </a:spcAft>
              <a:buClr>
                <a:schemeClr val="accent2"/>
              </a:buClr>
              <a:buFont typeface="Wingdings" pitchFamily="2" charset="2"/>
              <a:buChar char="n"/>
            </a:pPr>
            <a:r>
              <a:rPr sz="2200" b="0" lang="zh-CN" altLang="en-US">
                <a:latin typeface="微软雅黑"/>
                <a:ea typeface="微软雅黑"/>
                <a:cs typeface="微软雅黑"/>
              </a:rPr>
              <a:t>要讲清这个类的职责和调用者</a:t>
            </a:r>
          </a:p>
        </p:txBody>
      </p:sp>
      <p:sp>
        <p:nvSpPr>
          <p:cNvPr id="4" name="fig"/>
          <p:cNvSpPr/>
          <p:nvPr/>
        </p:nvSpPr>
        <p:spPr>
          <a:xfrm>
            <a:off x="164592" y="2962656"/>
            <a:ext cx="8814816" cy="2788919"/>
          </a:xfrm>
          <a:prstGeom prst="roundRect">
            <a:avLst/>
          </a:prstGeom>
          <a:solidFill>
            <a:srgbClr val="F6E8E6"/>
          </a:solidFill>
          <a:ln>
            <a:solidFill>
              <a:srgbClr val="A33B38"/>
            </a:solidFill>
          </a:ln>
        </p:spPr>
        <p:txBody>
          <a:bodyPr rtlCol="0" anchor="ctr" wrap="square" lIns="18288" rIns="18288" tIns="18288" bIns="18288" eaLnBrk="1" hangingPunct="1" latinLnBrk="0"/>
          <a:lstStyle/>
          <a:p>
            <a:pPr algn="ctr" eaLnBrk="1" hangingPunct="1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2000" b="0" lang="zh-CN" altLang="en-US">
                <a:latin typeface="微软雅黑"/>
                <a:ea typeface="微软雅黑"/>
                <a:cs typeface="微软雅黑"/>
              </a:rPr>
              <a:t>Qoder CN 对某段代码的解释与 IDEA 调用层次的结果不一致，以哪个为准？怎么核实？</a:t>
            </a:r>
          </a:p>
        </p:txBody>
      </p:sp>
    </p:spTree>
  </p:cSld>
  <p:clrMapOvr>
    <a:masterClrMapping/>
  </p:clrMapOvr>
  <p:hf sldNum="0" hdr="0" ftr="0" dt="0"/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 lIns="54864" rIns="54864" tIns="18288" bIns="18288" eaLnBrk="1" hangingPunct="1" latinLnBrk="0"/>
          <a:lstStyle/>
          <a:p>
            <a:pPr algn="l" eaLnBrk="1" hangingPunct="1">
              <a:lnSpc>
                <a:spcPct val="100000"/>
              </a:lnSpc>
              <a:spcBef>
                <a:spcPts val="600"/>
              </a:spcBef>
              <a:spcAft>
                <a:spcPts val="200"/>
              </a:spcAft>
            </a:pPr>
            <a:r>
              <a:rPr sz="2800" b="0" lang="zh-CN" altLang="en-US">
                <a:latin typeface="微软雅黑"/>
                <a:ea typeface="微软雅黑"/>
                <a:cs typeface="微软雅黑"/>
              </a:rPr>
              <a:t>签到题（判断正误）</a:t>
            </a:r>
          </a:p>
        </p:txBody>
      </p:sp>
      <p:sp>
        <p:nvSpPr>
          <p:cNvPr id="3" name="body"/>
          <p:cNvSpPr txBox="1"/>
          <p:nvPr/>
        </p:nvSpPr>
        <p:spPr>
          <a:xfrm>
            <a:off x="411480" y="1572768"/>
            <a:ext cx="8321040" cy="786384"/>
          </a:xfrm>
          <a:prstGeom prst="rect">
            <a:avLst/>
          </a:prstGeom>
          <a:noFill/>
        </p:spPr>
        <p:txBody>
          <a:bodyPr wrap="square" lIns="54864" rIns="54864" tIns="18288" bIns="18288" eaLnBrk="1" hangingPunct="1" latinLnBrk="0"/>
          <a:lstStyle/>
          <a:p>
            <a:pPr algn="l" eaLnBrk="1" hangingPunct="1" marL="469900" indent="-469900">
              <a:lnSpc>
                <a:spcPct val="100000"/>
              </a:lnSpc>
              <a:spcBef>
                <a:spcPts val="400"/>
              </a:spcBef>
              <a:spcAft>
                <a:spcPts val="200"/>
              </a:spcAft>
              <a:buClr>
                <a:schemeClr val="accent2"/>
              </a:buClr>
              <a:buFont typeface="Wingdings" pitchFamily="2" charset="2"/>
              <a:buChar char="n"/>
            </a:pPr>
            <a:r>
              <a:rPr sz="2200" b="0" lang="zh-CN" altLang="en-US">
                <a:latin typeface="微软雅黑"/>
                <a:ea typeface="微软雅黑"/>
                <a:cs typeface="微软雅黑"/>
              </a:rPr>
              <a:t>修改既有系统时，应先判断哪些部分不允许改动，再动手设计。</a:t>
            </a:r>
          </a:p>
        </p:txBody>
      </p:sp>
      <p:sp>
        <p:nvSpPr>
          <p:cNvPr id="4" name="fig"/>
          <p:cNvSpPr/>
          <p:nvPr/>
        </p:nvSpPr>
        <p:spPr>
          <a:xfrm>
            <a:off x="365760" y="2432304"/>
            <a:ext cx="4114800" cy="640080"/>
          </a:xfrm>
          <a:prstGeom prst="roundRect">
            <a:avLst/>
          </a:prstGeom>
          <a:solidFill>
            <a:srgbClr val="F6E8E6"/>
          </a:solidFill>
          <a:ln>
            <a:solidFill>
              <a:srgbClr val="A33B38"/>
            </a:solidFill>
          </a:ln>
        </p:spPr>
        <p:txBody>
          <a:bodyPr rtlCol="0" anchor="ctr" wrap="square" lIns="54864" rIns="54864" tIns="18288" bIns="18288" eaLnBrk="1" hangingPunct="1" latinLnBrk="0"/>
          <a:lstStyle/>
          <a:p>
            <a:pPr algn="ctr" eaLnBrk="1" hangingPunct="1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2400" b="0" lang="zh-CN" altLang="en-US">
                <a:latin typeface="微软雅黑"/>
                <a:ea typeface="微软雅黑"/>
                <a:cs typeface="微软雅黑"/>
              </a:rPr>
              <a:t>选 A</a:t>
            </a:r>
          </a:p>
        </p:txBody>
      </p:sp>
      <p:sp>
        <p:nvSpPr>
          <p:cNvPr id="5" name="fig"/>
          <p:cNvSpPr/>
          <p:nvPr/>
        </p:nvSpPr>
        <p:spPr>
          <a:xfrm>
            <a:off x="4663440" y="2432304"/>
            <a:ext cx="4114800" cy="640080"/>
          </a:xfrm>
          <a:prstGeom prst="roundRect">
            <a:avLst/>
          </a:prstGeom>
          <a:solidFill>
            <a:srgbClr val="F6E8E6"/>
          </a:solidFill>
          <a:ln>
            <a:solidFill>
              <a:srgbClr val="A33B38"/>
            </a:solidFill>
          </a:ln>
        </p:spPr>
        <p:txBody>
          <a:bodyPr rtlCol="0" anchor="ctr" wrap="square" lIns="54864" rIns="54864" tIns="18288" bIns="18288" eaLnBrk="1" hangingPunct="1" latinLnBrk="0"/>
          <a:lstStyle/>
          <a:p>
            <a:pPr algn="ctr" eaLnBrk="1" hangingPunct="1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2400" b="0" lang="zh-CN" altLang="en-US">
                <a:latin typeface="微软雅黑"/>
                <a:ea typeface="微软雅黑"/>
                <a:cs typeface="微软雅黑"/>
              </a:rPr>
              <a:t>选 B</a:t>
            </a:r>
          </a:p>
        </p:txBody>
      </p:sp>
      <p:sp>
        <p:nvSpPr>
          <p:cNvPr id="6" name="fig"/>
          <p:cNvSpPr/>
          <p:nvPr/>
        </p:nvSpPr>
        <p:spPr>
          <a:xfrm>
            <a:off x="365760" y="3209544"/>
            <a:ext cx="4114800" cy="2596895"/>
          </a:xfrm>
          <a:prstGeom prst="roundRect">
            <a:avLst/>
          </a:prstGeom>
          <a:solidFill>
            <a:srgbClr val="F6E8E6"/>
          </a:solidFill>
          <a:ln>
            <a:solidFill>
              <a:srgbClr val="A33B38"/>
            </a:solidFill>
          </a:ln>
        </p:spPr>
        <p:txBody>
          <a:bodyPr rtlCol="0" anchor="ctr" wrap="square" lIns="54864" rIns="54864" tIns="18288" bIns="18288" eaLnBrk="1" hangingPunct="1" latinLnBrk="0"/>
          <a:lstStyle/>
          <a:p>
            <a:pPr algn="ctr" eaLnBrk="1" hangingPunct="1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2000" b="0" lang="zh-CN" altLang="en-US">
                <a:latin typeface="微软雅黑"/>
                <a:ea typeface="微软雅黑"/>
                <a:cs typeface="微软雅黑"/>
              </a:rPr>
              <a:t>A. 正确</a:t>
            </a:r>
          </a:p>
        </p:txBody>
      </p:sp>
      <p:sp>
        <p:nvSpPr>
          <p:cNvPr id="7" name="fig"/>
          <p:cNvSpPr/>
          <p:nvPr/>
        </p:nvSpPr>
        <p:spPr>
          <a:xfrm>
            <a:off x="4663440" y="3209544"/>
            <a:ext cx="4114800" cy="2596895"/>
          </a:xfrm>
          <a:prstGeom prst="roundRect">
            <a:avLst/>
          </a:prstGeom>
          <a:solidFill>
            <a:srgbClr val="F6E8E6"/>
          </a:solidFill>
          <a:ln>
            <a:solidFill>
              <a:srgbClr val="A33B38"/>
            </a:solidFill>
          </a:ln>
        </p:spPr>
        <p:txBody>
          <a:bodyPr rtlCol="0" anchor="ctr" wrap="square" lIns="54864" rIns="54864" tIns="18288" bIns="18288" eaLnBrk="1" hangingPunct="1" latinLnBrk="0"/>
          <a:lstStyle/>
          <a:p>
            <a:pPr algn="ctr" eaLnBrk="1" hangingPunct="1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2000" b="0" lang="zh-CN" altLang="en-US">
                <a:latin typeface="微软雅黑"/>
                <a:ea typeface="微软雅黑"/>
                <a:cs typeface="微软雅黑"/>
              </a:rPr>
              <a:t>B. 错误</a:t>
            </a:r>
          </a:p>
        </p:txBody>
      </p:sp>
    </p:spTree>
  </p:cSld>
  <p:clrMapOvr>
    <a:masterClrMapping/>
  </p:clrMapOvr>
  <p:hf sldNum="0" hdr="0" ftr="0" dt="0"/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 lIns="54864" rIns="54864" tIns="18288" bIns="18288" eaLnBrk="1" hangingPunct="1" latinLnBrk="0"/>
          <a:lstStyle/>
          <a:p>
            <a:pPr algn="l" eaLnBrk="1" hangingPunct="1">
              <a:lnSpc>
                <a:spcPct val="100000"/>
              </a:lnSpc>
              <a:spcBef>
                <a:spcPts val="600"/>
              </a:spcBef>
              <a:spcAft>
                <a:spcPts val="200"/>
              </a:spcAft>
            </a:pPr>
            <a:r>
              <a:rPr sz="2800" b="0" lang="zh-CN" altLang="en-US">
                <a:latin typeface="微软雅黑"/>
                <a:ea typeface="微软雅黑"/>
                <a:cs typeface="微软雅黑"/>
              </a:rPr>
              <a:t>提交要求</a:t>
            </a:r>
          </a:p>
        </p:txBody>
      </p:sp>
      <p:sp>
        <p:nvSpPr>
          <p:cNvPr id="3" name="body"/>
          <p:cNvSpPr>
            <a:spLocks noGrp="1"/>
          </p:cNvSpPr>
          <p:nvPr>
            <p:ph idx="1"/>
          </p:nvPr>
        </p:nvSpPr>
        <p:spPr>
          <a:xfrm>
            <a:off x="384048" y="1444752"/>
            <a:ext cx="8366760" cy="4480560"/>
          </a:xfrm>
        </p:spPr>
        <p:txBody>
          <a:bodyPr wrap="square" lIns="54864" rIns="54864" tIns="18288" bIns="18288" eaLnBrk="1" hangingPunct="1" latinLnBrk="0"/>
          <a:lstStyle/>
          <a:p>
            <a:pPr algn="l" eaLnBrk="1" hangingPunct="1">
              <a:lnSpc>
                <a:spcPct val="100000"/>
              </a:lnSpc>
              <a:spcBef>
                <a:spcPts val="2000"/>
              </a:spcBef>
              <a:spcAft>
                <a:spcPts val="200"/>
              </a:spcAft>
            </a:pPr>
            <a:r>
              <a:rPr sz="2400" b="0" lang="zh-CN" altLang="en-US">
                <a:latin typeface="微软雅黑"/>
                <a:ea typeface="微软雅黑"/>
                <a:cs typeface="微软雅黑"/>
              </a:rPr>
              <a:t>一页说明，按五问组织</a:t>
            </a:r>
          </a:p>
          <a:p>
            <a:pPr algn="l" eaLnBrk="1" hangingPunct="1">
              <a:lnSpc>
                <a:spcPct val="100000"/>
              </a:lnSpc>
              <a:spcBef>
                <a:spcPts val="2000"/>
              </a:spcBef>
              <a:spcAft>
                <a:spcPts val="200"/>
              </a:spcAft>
            </a:pPr>
            <a:r>
              <a:rPr sz="2400" b="0" lang="zh-CN" altLang="en-US">
                <a:latin typeface="微软雅黑"/>
                <a:ea typeface="微软雅黑"/>
                <a:cs typeface="微软雅黑"/>
              </a:rPr>
              <a:t>不超过 2 分钟的本人录屏</a:t>
            </a:r>
          </a:p>
          <a:p>
            <a:pPr algn="l" eaLnBrk="1" hangingPunct="1">
              <a:lnSpc>
                <a:spcPct val="100000"/>
              </a:lnSpc>
              <a:spcBef>
                <a:spcPts val="2000"/>
              </a:spcBef>
              <a:spcAft>
                <a:spcPts val="200"/>
              </a:spcAft>
            </a:pPr>
            <a:r>
              <a:rPr sz="2400" b="0" lang="zh-CN" altLang="en-US">
                <a:latin typeface="微软雅黑"/>
                <a:ea typeface="微软雅黑"/>
                <a:cs typeface="微软雅黑"/>
              </a:rPr>
              <a:t>课后须在 48 小时内上传，然后再于 48 小时内完成 3 份互评</a:t>
            </a:r>
          </a:p>
          <a:p>
            <a:pPr algn="l" eaLnBrk="1" hangingPunct="1">
              <a:lnSpc>
                <a:spcPct val="100000"/>
              </a:lnSpc>
              <a:spcBef>
                <a:spcPts val="2000"/>
              </a:spcBef>
              <a:spcAft>
                <a:spcPts val="200"/>
              </a:spcAft>
            </a:pPr>
            <a:r>
              <a:rPr sz="2400" b="0" lang="zh-CN" altLang="en-US">
                <a:latin typeface="微软雅黑"/>
                <a:ea typeface="微软雅黑"/>
                <a:cs typeface="微软雅黑"/>
              </a:rPr>
              <a:t>AI 使用写明三种工具各做了什么</a:t>
            </a:r>
          </a:p>
          <a:p>
            <a:pPr algn="l" eaLnBrk="1" hangingPunct="1">
              <a:lnSpc>
                <a:spcPct val="100000"/>
              </a:lnSpc>
              <a:spcBef>
                <a:spcPts val="2000"/>
              </a:spcBef>
              <a:spcAft>
                <a:spcPts val="200"/>
              </a:spcAft>
            </a:pPr>
            <a:r>
              <a:rPr sz="2400" b="0" lang="zh-CN" altLang="en-US">
                <a:latin typeface="微软雅黑"/>
                <a:ea typeface="微软雅黑"/>
                <a:cs typeface="微软雅黑"/>
              </a:rPr>
              <a:t>哪些结论由本人核实，也要写明</a:t>
            </a:r>
          </a:p>
        </p:txBody>
      </p:sp>
    </p:spTree>
  </p:cSld>
  <p:clrMapOvr>
    <a:masterClrMapping/>
  </p:clrMapOvr>
  <p:hf sldNum="0" hdr="0" ftr="0" dt="0"/>
</p:sld>
</file>

<file path=ppt/tags/tag7.xml><?xml version="1.0" encoding="utf-8"?>
<p:tagLst xmlns:p="http://schemas.openxmlformats.org/presentationml/2006/main">
  <p:tag name="commondata" val="eyJoZGlkIjoiZDkzYzZkNDRlZDllNjdlNTFlNDRjOWFlMDM3NGQyOTAifQ=="/>
</p:tagLst>
</file>

<file path=ppt/theme/theme1.xml><?xml version="1.0" encoding="utf-8"?>
<a:theme xmlns:a="http://schemas.openxmlformats.org/drawingml/2006/main" name="2_985平台">
  <a:themeElements>
    <a:clrScheme name="Office 2007-2010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Cambria-Calibri">
      <a:majorFont>
        <a:latin typeface="Cambria"/>
        <a:ea typeface=""/>
        <a:cs typeface=""/>
        <a:font script="Jpan" typeface="ＭＳ Ｐゴシック"/>
        <a:font script="Hang" typeface="맑은 고딕"/>
        <a:font script="Hans" typeface="黑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gradFill rotWithShape="0">
          <a:gsLst>
            <a:gs pos="0">
              <a:schemeClr val="bg1">
                <a:gamma/>
                <a:shade val="46275"/>
                <a:invGamma/>
              </a:schemeClr>
            </a:gs>
            <a:gs pos="50000">
              <a:schemeClr val="bg1"/>
            </a:gs>
            <a:gs pos="100000">
              <a:schemeClr val="bg1">
                <a:gamma/>
                <a:shade val="46275"/>
                <a:invGamma/>
              </a:schemeClr>
            </a:gs>
          </a:gsLst>
          <a:lin ang="5400000" scaled="1"/>
        </a:gradFill>
        <a:ln w="38100" cap="flat" cmpd="sng" algn="ctr">
          <a:solidFill>
            <a:srgbClr val="3366FF"/>
          </a:solidFill>
          <a:prstDash val="solid"/>
          <a:round/>
          <a:headEnd type="none" w="med" len="med"/>
          <a:tailEnd type="none" w="med" len="med"/>
        </a:ln>
      </a:spPr>
      <a:bodyPr vert="horz" wrap="square" lIns="91440" tIns="45720" rIns="91440" bIns="45720" numCol="1" anchor="t" anchorCtr="0" compatLnSpc="1"/>
      <a:lstStyle>
        <a:defPPr marL="0" marR="0" indent="0" algn="l" defTabSz="914400" rtl="0" eaLnBrk="1" fontAlgn="base" latinLnBrk="0" hangingPunct="1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defRPr kumimoji="0" lang="en-US" sz="1800" b="0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Arial" panose="020B0604020202020204" pitchFamily="34" charset="0"/>
            <a:ea typeface="宋体" panose="02010600030101010101" pitchFamily="2" charset="-122"/>
          </a:defRPr>
        </a:defPPr>
      </a:lstStyle>
    </a:spDef>
    <a:ln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gradFill rotWithShape="0">
          <a:gsLst>
            <a:gs pos="0">
              <a:schemeClr val="bg1">
                <a:gamma/>
                <a:shade val="46275"/>
                <a:invGamma/>
              </a:schemeClr>
            </a:gs>
            <a:gs pos="50000">
              <a:schemeClr val="bg1"/>
            </a:gs>
            <a:gs pos="100000">
              <a:schemeClr val="bg1">
                <a:gamma/>
                <a:shade val="46275"/>
                <a:invGamma/>
              </a:schemeClr>
            </a:gs>
          </a:gsLst>
          <a:lin ang="5400000" scaled="1"/>
        </a:gradFill>
        <a:ln w="38100" cap="flat" cmpd="sng" algn="ctr">
          <a:solidFill>
            <a:srgbClr val="3366FF"/>
          </a:solidFill>
          <a:prstDash val="solid"/>
          <a:round/>
          <a:headEnd type="none" w="med" len="med"/>
          <a:tailEnd type="none" w="med" len="med"/>
        </a:ln>
      </a:spPr>
      <a:bodyPr vert="horz" wrap="square" lIns="91440" tIns="45720" rIns="91440" bIns="45720" numCol="1" anchor="t" anchorCtr="0" compatLnSpc="1"/>
      <a:lstStyle>
        <a:defPPr marL="0" marR="0" indent="0" algn="l" defTabSz="914400" rtl="0" eaLnBrk="1" fontAlgn="base" latinLnBrk="0" hangingPunct="1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defRPr kumimoji="0" lang="en-US" sz="1800" b="0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Arial" panose="020B0604020202020204" pitchFamily="34" charset="0"/>
            <a:ea typeface="宋体" panose="02010600030101010101" pitchFamily="2" charset="-122"/>
          </a:defRPr>
        </a:defPPr>
      </a:lstStyle>
    </a:lnDef>
  </a:objectDefaults>
  <a:extraClrSchemeLst>
    <a:extraClrScheme>
      <a:clrScheme name="2_985平台 1">
        <a:dk1>
          <a:srgbClr val="A50021"/>
        </a:dk1>
        <a:lt1>
          <a:srgbClr val="FFFFFF"/>
        </a:lt1>
        <a:dk2>
          <a:srgbClr val="800000"/>
        </a:dk2>
        <a:lt2>
          <a:srgbClr val="FFFFFF"/>
        </a:lt2>
        <a:accent1>
          <a:srgbClr val="FF9900"/>
        </a:accent1>
        <a:accent2>
          <a:srgbClr val="FF3300"/>
        </a:accent2>
        <a:accent3>
          <a:srgbClr val="C0AAAA"/>
        </a:accent3>
        <a:accent4>
          <a:srgbClr val="DADADA"/>
        </a:accent4>
        <a:accent5>
          <a:srgbClr val="FFCAAA"/>
        </a:accent5>
        <a:accent6>
          <a:srgbClr val="E72D00"/>
        </a:accent6>
        <a:hlink>
          <a:srgbClr val="FFFFCC"/>
        </a:hlink>
        <a:folHlink>
          <a:srgbClr val="FFCC9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2_985平台 2">
        <a:dk1>
          <a:srgbClr val="3C001E"/>
        </a:dk1>
        <a:lt1>
          <a:srgbClr val="FFFFFF"/>
        </a:lt1>
        <a:dk2>
          <a:srgbClr val="51072E"/>
        </a:dk2>
        <a:lt2>
          <a:srgbClr val="FFFFFF"/>
        </a:lt2>
        <a:accent1>
          <a:srgbClr val="89A38F"/>
        </a:accent1>
        <a:accent2>
          <a:srgbClr val="666699"/>
        </a:accent2>
        <a:accent3>
          <a:srgbClr val="B3AAAD"/>
        </a:accent3>
        <a:accent4>
          <a:srgbClr val="DADADA"/>
        </a:accent4>
        <a:accent5>
          <a:srgbClr val="C4CEC6"/>
        </a:accent5>
        <a:accent6>
          <a:srgbClr val="5C5C8A"/>
        </a:accent6>
        <a:hlink>
          <a:srgbClr val="808000"/>
        </a:hlink>
        <a:folHlink>
          <a:srgbClr val="666633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2_985平台 3">
        <a:dk1>
          <a:srgbClr val="333333"/>
        </a:dk1>
        <a:lt1>
          <a:srgbClr val="FFFFFF"/>
        </a:lt1>
        <a:dk2>
          <a:srgbClr val="000000"/>
        </a:dk2>
        <a:lt2>
          <a:srgbClr val="FFFFFF"/>
        </a:lt2>
        <a:accent1>
          <a:srgbClr val="3399FF"/>
        </a:accent1>
        <a:accent2>
          <a:srgbClr val="CC0000"/>
        </a:accent2>
        <a:accent3>
          <a:srgbClr val="AAAAAA"/>
        </a:accent3>
        <a:accent4>
          <a:srgbClr val="DADADA"/>
        </a:accent4>
        <a:accent5>
          <a:srgbClr val="ADCAFF"/>
        </a:accent5>
        <a:accent6>
          <a:srgbClr val="B90000"/>
        </a:accent6>
        <a:hlink>
          <a:srgbClr val="666699"/>
        </a:hlink>
        <a:folHlink>
          <a:srgbClr val="6600CC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2_985平台 4">
        <a:dk1>
          <a:srgbClr val="4B3D1B"/>
        </a:dk1>
        <a:lt1>
          <a:srgbClr val="FFFFFF"/>
        </a:lt1>
        <a:dk2>
          <a:srgbClr val="330000"/>
        </a:dk2>
        <a:lt2>
          <a:srgbClr val="FFFFFF"/>
        </a:lt2>
        <a:accent1>
          <a:srgbClr val="CC9900"/>
        </a:accent1>
        <a:accent2>
          <a:srgbClr val="CC6600"/>
        </a:accent2>
        <a:accent3>
          <a:srgbClr val="ADAAAA"/>
        </a:accent3>
        <a:accent4>
          <a:srgbClr val="DADADA"/>
        </a:accent4>
        <a:accent5>
          <a:srgbClr val="E2CAAA"/>
        </a:accent5>
        <a:accent6>
          <a:srgbClr val="B95C00"/>
        </a:accent6>
        <a:hlink>
          <a:srgbClr val="666699"/>
        </a:hlink>
        <a:folHlink>
          <a:srgbClr val="CCCC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2_985平台 5">
        <a:dk1>
          <a:srgbClr val="006666"/>
        </a:dk1>
        <a:lt1>
          <a:srgbClr val="FFFFFF"/>
        </a:lt1>
        <a:dk2>
          <a:srgbClr val="003366"/>
        </a:dk2>
        <a:lt2>
          <a:srgbClr val="FFFFFF"/>
        </a:lt2>
        <a:accent1>
          <a:srgbClr val="0099CC"/>
        </a:accent1>
        <a:accent2>
          <a:srgbClr val="6666FF"/>
        </a:accent2>
        <a:accent3>
          <a:srgbClr val="AAADB8"/>
        </a:accent3>
        <a:accent4>
          <a:srgbClr val="DADADA"/>
        </a:accent4>
        <a:accent5>
          <a:srgbClr val="AACAE2"/>
        </a:accent5>
        <a:accent6>
          <a:srgbClr val="5C5CE7"/>
        </a:accent6>
        <a:hlink>
          <a:srgbClr val="FFFFCC"/>
        </a:hlink>
        <a:folHlink>
          <a:srgbClr val="FFCC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2_985平台 6">
        <a:dk1>
          <a:srgbClr val="003366"/>
        </a:dk1>
        <a:lt1>
          <a:srgbClr val="FFFFFF"/>
        </a:lt1>
        <a:dk2>
          <a:srgbClr val="006666"/>
        </a:dk2>
        <a:lt2>
          <a:srgbClr val="FFFFFF"/>
        </a:lt2>
        <a:accent1>
          <a:srgbClr val="6699FF"/>
        </a:accent1>
        <a:accent2>
          <a:srgbClr val="00CCFF"/>
        </a:accent2>
        <a:accent3>
          <a:srgbClr val="AAB8B8"/>
        </a:accent3>
        <a:accent4>
          <a:srgbClr val="DADADA"/>
        </a:accent4>
        <a:accent5>
          <a:srgbClr val="B8CAFF"/>
        </a:accent5>
        <a:accent6>
          <a:srgbClr val="00B9E7"/>
        </a:accent6>
        <a:hlink>
          <a:srgbClr val="FFFFCC"/>
        </a:hlink>
        <a:folHlink>
          <a:srgbClr val="33CCCC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2_985平台 7">
        <a:dk1>
          <a:srgbClr val="000000"/>
        </a:dk1>
        <a:lt1>
          <a:srgbClr val="619CB1"/>
        </a:lt1>
        <a:dk2>
          <a:srgbClr val="FFFFFF"/>
        </a:dk2>
        <a:lt2>
          <a:srgbClr val="4E899E"/>
        </a:lt2>
        <a:accent1>
          <a:srgbClr val="FFCC00"/>
        </a:accent1>
        <a:accent2>
          <a:srgbClr val="B6523E"/>
        </a:accent2>
        <a:accent3>
          <a:srgbClr val="B7CBD5"/>
        </a:accent3>
        <a:accent4>
          <a:srgbClr val="000000"/>
        </a:accent4>
        <a:accent5>
          <a:srgbClr val="FFE2AA"/>
        </a:accent5>
        <a:accent6>
          <a:srgbClr val="A54937"/>
        </a:accent6>
        <a:hlink>
          <a:srgbClr val="99CC00"/>
        </a:hlink>
        <a:folHlink>
          <a:srgbClr val="666699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2_985平台 8">
        <a:dk1>
          <a:srgbClr val="598600"/>
        </a:dk1>
        <a:lt1>
          <a:srgbClr val="FFFFFF"/>
        </a:lt1>
        <a:dk2>
          <a:srgbClr val="336600"/>
        </a:dk2>
        <a:lt2>
          <a:srgbClr val="FFFFFF"/>
        </a:lt2>
        <a:accent1>
          <a:srgbClr val="33CC33"/>
        </a:accent1>
        <a:accent2>
          <a:srgbClr val="99CC00"/>
        </a:accent2>
        <a:accent3>
          <a:srgbClr val="ADB8AA"/>
        </a:accent3>
        <a:accent4>
          <a:srgbClr val="DADADA"/>
        </a:accent4>
        <a:accent5>
          <a:srgbClr val="ADE2AD"/>
        </a:accent5>
        <a:accent6>
          <a:srgbClr val="8AB900"/>
        </a:accent6>
        <a:hlink>
          <a:srgbClr val="FFCC00"/>
        </a:hlink>
        <a:folHlink>
          <a:srgbClr val="FFFF9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2_985平台 9">
        <a:dk1>
          <a:srgbClr val="000000"/>
        </a:dk1>
        <a:lt1>
          <a:srgbClr val="FFFFFF"/>
        </a:lt1>
        <a:dk2>
          <a:srgbClr val="000000"/>
        </a:dk2>
        <a:lt2>
          <a:srgbClr val="DDDDDD"/>
        </a:lt2>
        <a:accent1>
          <a:srgbClr val="A3B2C1"/>
        </a:accent1>
        <a:accent2>
          <a:srgbClr val="CC0000"/>
        </a:accent2>
        <a:accent3>
          <a:srgbClr val="FFFFFF"/>
        </a:accent3>
        <a:accent4>
          <a:srgbClr val="000000"/>
        </a:accent4>
        <a:accent5>
          <a:srgbClr val="CED5DD"/>
        </a:accent5>
        <a:accent6>
          <a:srgbClr val="B90000"/>
        </a:accent6>
        <a:hlink>
          <a:srgbClr val="336699"/>
        </a:hlink>
        <a:folHlink>
          <a:srgbClr val="003366"/>
        </a:folHlink>
      </a:clrScheme>
      <a:clrMap bg1="lt1" tx1="dk1" bg2="lt2" tx2="dk2" accent1="accent1" accent2="accent2" accent3="accent3" accent4="accent4" accent5="accent5" accent6="accent6" hlink="hlink" folHlink="folHlink"/>
    </a:extraClrScheme>
  </a:extraClrSchemeLst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主题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BBE0E3"/>
      </a:accent1>
      <a:accent2>
        <a:srgbClr val="333399"/>
      </a:accent2>
      <a:accent3>
        <a:srgbClr val="FFFFFF"/>
      </a:accent3>
      <a:accent4>
        <a:srgbClr val="000000"/>
      </a:accent4>
      <a:accent5>
        <a:srgbClr val="DAEDEF"/>
      </a:accent5>
      <a:accent6>
        <a:srgbClr val="2D2D8A"/>
      </a:accent6>
      <a:hlink>
        <a:srgbClr val="009999"/>
      </a:hlink>
      <a:folHlink>
        <a:srgbClr val="99CC00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主题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00CC99"/>
      </a:accent1>
      <a:accent2>
        <a:srgbClr val="3333CC"/>
      </a:accent2>
      <a:accent3>
        <a:srgbClr val="FFFFFF"/>
      </a:accent3>
      <a:accent4>
        <a:srgbClr val="000000"/>
      </a:accent4>
      <a:accent5>
        <a:srgbClr val="AAE2CA"/>
      </a:accent5>
      <a:accent6>
        <a:srgbClr val="2D2DB9"/>
      </a:accent6>
      <a:hlink>
        <a:srgbClr val="CCCCFF"/>
      </a:hlink>
      <a:folHlink>
        <a:srgbClr val="B2B2B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3022</Words>
  <Application>WPS 演示</Application>
  <PresentationFormat>全屏显示(4:3)</PresentationFormat>
  <Paragraphs>283</Paragraphs>
  <Slides>44</Slides>
  <Notes>4</Notes>
  <HiddenSlides>0</HiddenSlides>
  <MMClips>0</MMClips>
  <ScaleCrop>false</ScaleCrop>
  <HeadingPairs>
    <vt:vector size="6" baseType="variant">
      <vt:variant>
        <vt:lpstr>已用的字体</vt:lpstr>
      </vt:variant>
      <vt:variant>
        <vt:i4>14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44</vt:i4>
      </vt:variant>
    </vt:vector>
  </HeadingPairs>
  <TitlesOfParts>
    <vt:vector size="59" baseType="lpstr">
      <vt:lpstr>Arial</vt:lpstr>
      <vt:lpstr>宋体</vt:lpstr>
      <vt:lpstr>Wingdings</vt:lpstr>
      <vt:lpstr>Verdana</vt:lpstr>
      <vt:lpstr>隶书</vt:lpstr>
      <vt:lpstr>Cambria</vt:lpstr>
      <vt:lpstr>黑体</vt:lpstr>
      <vt:lpstr>Times New Roman</vt:lpstr>
      <vt:lpstr>新宋体</vt:lpstr>
      <vt:lpstr>Tahoma</vt:lpstr>
      <vt:lpstr>微软雅黑</vt:lpstr>
      <vt:lpstr>Arial Unicode MS</vt:lpstr>
      <vt:lpstr>Calibri</vt:lpstr>
      <vt:lpstr>华文行楷</vt:lpstr>
      <vt:lpstr>2_985平台</vt:lpstr>
      <vt:lpstr>软件设计与规范 </vt:lpstr>
      <vt:lpstr>自我介绍</vt:lpstr>
      <vt:lpstr>超星学习通</vt:lpstr>
      <vt:lpstr>超星学习通</vt:lpstr>
      <vt:lpstr>教材</vt:lpstr>
      <vt:lpstr>推荐参考书</vt:lpstr>
      <vt:lpstr>参考书</vt:lpstr>
      <vt:lpstr>课程定位</vt:lpstr>
      <vt:lpstr>PowerPoint 演示文稿</vt:lpstr>
      <vt:lpstr>PowerPoint 演示文稿</vt:lpstr>
      <vt:lpstr>解决两大难题</vt:lpstr>
      <vt:lpstr>教学困难--实践能力</vt:lpstr>
      <vt:lpstr>PowerPoint 演示文稿</vt:lpstr>
      <vt:lpstr>PowerPoint 演示文稿</vt:lpstr>
      <vt:lpstr>PowerPoint 演示文稿</vt:lpstr>
      <vt:lpstr>教学困难--解决问题的能力</vt:lpstr>
      <vt:lpstr>PowerPoint 演示文稿</vt:lpstr>
      <vt:lpstr>PowerPoint 演示文稿</vt:lpstr>
      <vt:lpstr>教学改革</vt:lpstr>
      <vt:lpstr>PowerPoint 演示文稿</vt:lpstr>
      <vt:lpstr>PowerPoint 演示文稿</vt:lpstr>
      <vt:lpstr>教学设计</vt:lpstr>
      <vt:lpstr>翻转课堂学习绩效</vt:lpstr>
      <vt:lpstr>考核安排</vt:lpstr>
      <vt:lpstr>PowerPoint 演示文稿</vt:lpstr>
      <vt:lpstr>PowerPoint 演示文稿</vt:lpstr>
      <vt:lpstr>优秀</vt:lpstr>
      <vt:lpstr>课程网站扩展项目</vt:lpstr>
      <vt:lpstr>课程设计</vt:lpstr>
      <vt:lpstr>课程网站案例分类</vt:lpstr>
      <vt:lpstr>案例的使用</vt:lpstr>
      <vt:lpstr>授课方式</vt:lpstr>
      <vt:lpstr>PowerPoint 演示文稿</vt:lpstr>
      <vt:lpstr>课程网站</vt:lpstr>
      <vt:lpstr>能力构成</vt:lpstr>
      <vt:lpstr>环境</vt:lpstr>
      <vt:lpstr>助教</vt:lpstr>
      <vt:lpstr>SWOT分析</vt:lpstr>
      <vt:lpstr>课后阅读</vt:lpstr>
      <vt:lpstr>课后练习</vt:lpstr>
      <vt:lpstr>作业</vt:lpstr>
      <vt:lpstr>Tips</vt:lpstr>
      <vt:lpstr>Tips（续）</vt:lpstr>
      <vt:lpstr>PowerPoint 演示文稿</vt:lpstr>
    </vt:vector>
  </TitlesOfParts>
  <Company>sei</Company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1-1课程简介</dc:title>
  <dc:creator>李萌</dc:creator>
  <cp:lastModifiedBy>lemon 牛</cp:lastModifiedBy>
  <cp:revision>1036</cp:revision>
  <cp:lastPrinted>2003-09-14T10:10:00Z</cp:lastPrinted>
  <dcterms:created xsi:type="dcterms:W3CDTF">2003-08-28T12:03:00Z</dcterms:created>
  <dcterms:modified xsi:type="dcterms:W3CDTF">2024-02-25T15:12:44Z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ICV">
    <vt:lpwstr>6B7E428AAD9D47FD86FE404DDCE365B0_12</vt:lpwstr>
  </property>
  <property fmtid="{D5CDD505-2E9C-101B-9397-08002B2CF9AE}" pid="3" name="KSOProductBuildVer">
    <vt:lpwstr>2052-12.1.0.16250</vt:lpwstr>
  </property>
</Properties>
</file>