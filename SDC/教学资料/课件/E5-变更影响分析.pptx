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本节 15 分钟</a:t>
            </a:r>
          </a:p>
          <a:p>
            <a:r>
              <a:t>定义：这次实验在既有系统里定位修改点，列出改与不改，并写成可执行的回归计划。</a:t>
            </a:r>
          </a:p>
          <a:p>
            <a:r>
              <a:t>代价：开场用这次的细则去投上一份作品，两项作业的证据会对错位。</a:t>
            </a:r>
          </a:p>
          <a:p>
            <a:r>
              <a:t>判定：先确认被演示的是实验 E4，用 E4 的细则投票，然后再答签到。</a:t>
            </a:r>
          </a:p>
          <a:p>
            <a:r>
              <a:t>权衡：三个班周次不同，口头交代时间。课上只强调这是第 10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E4 的细则。被演示的是上一份重构作品，不是这次要交的变更计划。</a:t>
            </a:r>
          </a:p>
          <a:p>
            <a:r>
              <a:t>代价：用这次实验的三栏去投 E4 的作品，特征测试和修改处数会对不上。</a:t>
            </a:r>
          </a:p>
          <a:p>
            <a:r>
              <a:t>判定：票要能对上坏味道与改动位置、必须保持的行为、四要素，以及同一组测试改前改后都通过。</a:t>
            </a:r>
          </a:p>
          <a:p>
            <a:r>
              <a:t>权衡：E4 不要求强行增加策略类。这次实验的细则和边界在后面单独讲。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答案：正确</a:t>
            </a:r>
          </a:p>
          <a:p>
            <a:r>
              <a:t>定义：回归范围跟着受影响的模块和调用链走，不跟着改了多少行走。</a:t>
            </a:r>
          </a:p>
          <a:p>
            <a:r>
              <a:t>代价：只按文件长短圈测试，漏掉的调用方不会出现在回归里。</a:t>
            </a:r>
          </a:p>
          <a:p>
            <a:r>
              <a:t>判定：问范围是从调用链定的，还是从个人经验或上一轮用例数定的。</a:t>
            </a:r>
          </a:p>
          <a:p>
            <a:r>
              <a:t>权衡：先完成实名演示再答这一题。选错这一题，这次到场就不计入。答案只留在备注。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定义：这五题是实验前的预习。这里只给正确答案、判定依据，以及容易混到的另一个概念。</a:t>
            </a:r>
          </a:p>
          <a:p>
            <a:r>
              <a:t>代价：把回归范围答成行数或经验，后面的清单会漏掉调用方。</a:t>
            </a:r>
          </a:p>
          <a:p>
            <a:r>
              <a:t>判定：第 1 题看调用链。第 2 题单独实现仍可能碰到旧流程。第 4 题逆向是再工程的一部分。</a:t>
            </a:r>
          </a:p>
          <a:p>
            <a:r>
              <a:t>权衡：第 3 题是四种演化策略。第 5 题约束可以再提，但要走变更评审。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定义：教师用 E5-00 把五步走一遍。学生用自己从候选库选的那一项，做同样的五步。</a:t>
            </a:r>
          </a:p>
          <a:p>
            <a:r>
              <a:t>代价：把演示用的需求当成每个人的题目，交上来的就不是本人的选择。</a:t>
            </a:r>
          </a:p>
          <a:p>
            <a:r>
              <a:t>判定：作品要能对上本人选题的范围、清单、被排除的做法，以及可执行的回归计划。</a:t>
            </a:r>
          </a:p>
          <a:p>
            <a:r>
              <a:t>权衡：不要求提前实现新需求。验证过在这次是指分析可以核查、后续测试可以执行。E6 原则上沿用这一题。</a:t>
            </a:r>
          </a:p>
          <a:p>
            <a:r>
              <a:t>教案步骤①写的是这一则需求。课堂按教师演示、学生做本人选题来讲。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定义：基线上 paySuccess 从第 253 行到第 264 行。它改订单状态，按明细扣库存，然后返回行数。</a:t>
            </a:r>
          </a:p>
          <a:p>
            <a:r>
              <a:t>代价：只看到方法名里有库存，会以为这里已经在读阈值。这 12 行里没有读 SKU。</a:t>
            </a:r>
          </a:p>
          <a:p>
            <a:r>
              <a:t>判定：问第 263 行动的是 stock 和锁定，还是 lowStock。返回值是扣减行数。</a:t>
            </a:r>
          </a:p>
          <a:p>
            <a:r>
              <a:t>权衡：类映射是 /order，第 27 行。支付宝第 97、132 行调用 paySuccessByOrderSn，第 426 行再进入 paySuccess。下单锁定在第 165 行。</a:t>
            </a:r>
          </a:p>
          <a:p>
            <a:r>
              <a:t>方法签名在第 253 行。接口第 32 行有事务注解。可售在促销实现第 53 行已写成 stock 减 lockStock。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定义：SDCE500Test 锁的是支付成功的现状：返回扣减行数，这条路径不读 SKU，本类日志为空。</a:t>
            </a:r>
          </a:p>
          <a:p>
            <a:r>
              <a:t>代价：把这两条现状断言说成预警规则已经成立，绿灯就超过了它实际证明的范围。</a:t>
            </a:r>
          </a:p>
          <a:p>
            <a:r>
              <a:t>判定：问第 59 行锁的是返回值，第 63、64 行锁的是“现在不读、现在不记日志”。</a:t>
            </a:r>
          </a:p>
          <a:p>
            <a:r>
              <a:t>权衡：打桩把 SKU 7 设成 stock 10、lockStock 6、lowStock 5。基线不调用 select，打桩不会被读到。</a:t>
            </a:r>
          </a:p>
          <a:p>
            <a:r>
              <a:t>测试提交即最终代码 ce706dee1dd909d2bf3d9760d538fc5f9a0cf461。分支当前头 dbfcb94466e58990c4c8ed7a014a5bb302ed63e0 不改这份测试。本示例无红灯。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定义：E5-00 改前、改后都通过，因为没有改产品代码。增加 29 行是 E6-07 的实现对照，不是这一支已经写了预警。</a:t>
            </a:r>
          </a:p>
          <a:p>
            <a:r>
              <a:t>代价：把“符合”理解成预警已经在门户上可用，会超过这一项测试实际打到的范围。</a:t>
            </a:r>
          </a:p>
          <a:p>
            <a:r>
              <a:t>判定：示例材料的对照结论符合。作业是否得分，仍看本次细则里的本人证据。</a:t>
            </a:r>
          </a:p>
          <a:p>
            <a:r>
              <a:t>权衡：注入是临时套上实现后再跑。它说明实现之后第 63、64 行会失败，不是本分支已经写了预警。</a:t>
            </a:r>
          </a:p>
          <a:p>
            <a:r>
              <a:t>影响分析、注入说明与对照在 fd53649d9db49876c57e8cc0b732feaf08010847。无图稿。基线 6518df70cba7bd7ba7d7a96719d7decc77f5c917。</a:t>
            </a:r>
          </a:p>
          <a:p>
            <a:r>
              <a:t>影响分析里的对照分支名是当时的 exp/e6-00。重编号后这份实现是扩展题 E6-07，Issue #26。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定义：个人作业从这六项里选一项，按同样的五步交变更计划。E5-00 用来看步骤。</a:t>
            </a:r>
          </a:p>
          <a:p>
            <a:r>
              <a:t>代价：直接交教师示例的分析，就没有本人的选择和证据。</a:t>
            </a:r>
          </a:p>
          <a:p>
            <a:r>
              <a:t>判定：选题要能指出入口、一处改、一处不改，以及一条被排除的做法。</a:t>
            </a:r>
          </a:p>
          <a:p>
            <a:r>
              <a:t>权衡：下一实验原则上沿用这一题。另选要说明理由。参考实现可以看，不能代替本人的计划。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定义：第一步写清需求、这次改到哪里、以及明确不改什么。教师用 E5-00 演示，学生写自己的选题。</a:t>
            </a:r>
          </a:p>
          <a:p>
            <a:r>
              <a:t>代价：边界不写，后面每条调用链都会被算进必须修改。</a:t>
            </a:r>
          </a:p>
          <a:p>
            <a:r>
              <a:t>判定：问告警的条件是严格小于，还是小于等于。问库存数字这次动不动。</a:t>
            </a:r>
          </a:p>
          <a:p>
            <a:r>
              <a:t>权衡：可售按 stock 减 lockStock。查询失败不得改变已经成功的返回值。不把预警做成短信或邮件。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定义：第二步从入口走到接口、服务、存储和调用方。示例里唯一拟改的文件是 OmsPortalOrderServiceImpl.java。</a:t>
            </a:r>
          </a:p>
          <a:p>
            <a:r>
              <a:t>代价：只写“要改服务层”，不给文件和行号，讲清楚这一档对不上。</a:t>
            </a:r>
          </a:p>
          <a:p>
            <a:r>
              <a:t>判定：问第 165 行是锁定之后，第 263 行是扣减之后。问控制器为什么可以不动。</a:t>
            </a:r>
          </a:p>
          <a:p>
            <a:r>
              <a:t>权衡：该类已经有 SKU 的 Mapper。支付宝和按单号支付都进 paySuccess，所以不用再改那些调用方。</a:t>
            </a:r>
          </a:p>
          <a:p>
            <a:r>
              <a:t>行号按基线 6518df70cba7bd7ba7d7a96719d7decc77f5c917 核对。与实现对照后，产品 diff 只有这一个类。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定义：第三步选定落点，并写出被排除的方案和理由。示例的落点是订单实现类里的私有方法。</a:t>
            </a:r>
          </a:p>
          <a:p>
            <a:r>
              <a:t>代价：只写选了哪一处，不写为什么不选另外几处，有依据这一档对不上。</a:t>
            </a:r>
          </a:p>
          <a:p>
            <a:r>
              <a:t>判定：问 SQL 里为什么看不出刚跌破。问商品表为什么对不上可售。</a:t>
            </a:r>
          </a:p>
          <a:p>
            <a:r>
              <a:t>权衡：两个写点之后各调用一次。不必新 Bean，也不必改 HTTP。定时任务第 14 行的组件注解被注释，当前不会自动跑。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定义：第四步按触发顺序写兼容、数据和失败。捕获范围只能包住读，不能包住扣减本身。</a:t>
            </a:r>
          </a:p>
          <a:p>
            <a:r>
              <a:t>代价：把读失败的异常扔出事务，已经成功的扣减会被一起回滚。</a:t>
            </a:r>
          </a:p>
          <a:p>
            <a:r>
              <a:t>判定：问先发生的是扣减还是读。问等于阈值、字段为空时告不告警。</a:t>
            </a:r>
          </a:p>
          <a:p>
            <a:r>
              <a:t>权衡：计划接受重复日志，不去重，也不改 SQL。后台替换会把锁定重置，这是现有问题，这次不修。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定义：第五步用一条受控测试核对关键判断，并把需求和风险逐条写成输入、期望和层次。</a:t>
            </a:r>
          </a:p>
          <a:p>
            <a:r>
              <a:t>代价：表里只有输入、没有层次，验证过的后一项就没有证据。</a:t>
            </a:r>
          </a:p>
          <a:p>
            <a:r>
              <a:t>判定：问 T1 锁的是现状还是新规则。问 T8 为什么不能用 Mock 代替。</a:t>
            </a:r>
          </a:p>
          <a:p>
            <a:r>
              <a:t>权衡：T1 已在本分支跑过，改前改后都通过。T2、T6 是计划。T8 要真实库，本示例没有跑。允许写“还没验证”。</a:t>
            </a:r>
          </a:p>
          <a:p>
            <a:r>
              <a:t>T1 的第 59 到 61 行在实现后仍应保持。第 63、64 行会失败，记录在注入说明里。Mock 不能证明事务是否回滚。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定义：这些是本次细则里对不上的证据，以及示例计划里反复缺过的写法。</a:t>
            </a:r>
          </a:p>
          <a:p>
            <a:r>
              <a:t>代价：缺了行号、排除理由或测试层次，对应的那一档就没有证据。</a:t>
            </a:r>
          </a:p>
          <a:p>
            <a:r>
              <a:t>判定：验证过要看到沿源码核对过的判断，还要看到每条风险的输入、期望和层次。</a:t>
            </a:r>
          </a:p>
          <a:p>
            <a:r>
              <a:t>权衡：允许写“这里还没验证”。不允许用命中文件的个数代替分析，也不允许把现状全绿写成新规则已经通过。</a:t>
            </a:r>
          </a:p>
          <a:p>
            <a:r>
              <a:t>搜索命中数来自本次评分细则。缺层次来自各示例计划的终审。全绿的界限来自 E5-00 未验证一节。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定义：讨论这次最可能出错的地方，以及你准备用什么证据去核。</a:t>
            </a:r>
          </a:p>
          <a:p>
            <a:r>
              <a:t>代价：只说“库存很难”，不说先发生哪一步，验证就没有对象。</a:t>
            </a:r>
          </a:p>
          <a:p>
            <a:r>
              <a:t>判定：回答要有一处具体风险，和一条能执行的核对办法。</a:t>
            </a:r>
          </a:p>
          <a:p>
            <a:r>
              <a:t>权衡：课上先听学生怎么选。示例里靠前的失败是读异常冒出事务。</a:t>
            </a:r>
          </a:p>
          <a:p>
            <a:r>
              <a:t>参考要点：读失败不能让已成功的扣减回滚；验证要写清输入、期望和测试层次。</a:t>
            </a:r>
          </a:p>
          <a:p>
            <a:r>
              <a:t>依据：教案第 10 次课讨论题。E5-00 影响分析的 R1 与回归计划。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定义：小结抽一个人，把影响面的确定过程讲出来：从哪进，改哪，为什么有的调用方不用改。</a:t>
            </a:r>
          </a:p>
          <a:p>
            <a:r>
              <a:t>代价：只说“我看过代码”，不说行号，听的人无法核对。</a:t>
            </a:r>
          </a:p>
          <a:p>
            <a:r>
              <a:t>判定：听的人要能复述入口、一处改动和一处不改。</a:t>
            </a:r>
          </a:p>
          <a:p>
            <a:r>
              <a:t>权衡：教师示例可以当作讲法。讲的必须是本人选题，不能把示例的行号当成自己的。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定义：讲清楚看需求和清单。有依据看落点和风险顺序。验证过看核对过的判断，以及映射到测试的计划。</a:t>
            </a:r>
          </a:p>
          <a:p>
            <a:r>
              <a:t>代价：缺哪一项，就少哪一项的证据。没跑的库集成不能写成已经跑过。</a:t>
            </a:r>
          </a:p>
          <a:p>
            <a:r>
              <a:t>判定：清单要有文件和行号。被排除的模块要说明为什么不用改。</a:t>
            </a:r>
          </a:p>
          <a:p>
            <a:r>
              <a:t>权衡：示例材料对照符合，只说明那一份参考实现的记录齐。你的作业分看你自己的证据。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定义：提交是一页说明加不超过 2 分钟的本人录屏，然后再做 3 份同次作业的互评。</a:t>
            </a:r>
          </a:p>
          <a:p>
            <a:r>
              <a:t>代价：超时未交，或互评不足 3 份，过程记录就不完整。</a:t>
            </a:r>
          </a:p>
          <a:p>
            <a:r>
              <a:t>判定：说明按五问组织。录屏里要能看到清单上的行号，以及一条测试或一次运行。</a:t>
            </a:r>
          </a:p>
          <a:p>
            <a:r>
              <a:t>权衡：五问在这次写成影响判断和计划。互评看的是同一次作业。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10 次课｜变更影响分析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E4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坏味道的具体变化场景、原结构与改动位置15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调用链与必须保持的可观察行为15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所用模式的名称、问题、方案、效果四要素15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与更简单方案比较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新增一种变化的修改位置、收益与代价15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相同特征测试改前、改后均通过25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源码或一次小型变化演示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证明修改范围的变化15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变更影响分析需要沿调用链确定受影响的模块与回归测试范围。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请判断正误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1 选 D。看受影响的模块与调用链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易混：改动行数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 错误。单独实现仍可能碰到旧流程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易混：新类就隔开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 选 A。维护、重构、再工程、替换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易混：设计到验收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 选 B。逆向用来理解，是再工程的一部分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易混：两者同义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正确。确需调整要走变更评审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易混：定了就不能提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教师先以 E5-00 库存预警演示步骤①—⑤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学生以本人从候选库所选需求完成同样步骤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定位修改点，分析影响面，提交变更计划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不要求提前实现新需求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不得以搜索命中文件数代替分析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2857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不得用同一实现重复领取 E2/E4 或 E3/E6 成绩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E5-00：支付成功不读阈值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#44。入口 POST /order/paySuccess，控制器第 51 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263 行扣库存，第 264 行返回。这里不读 SKU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支付宝回调经 paySuccessByOrderSn 进入本方法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orderMapper.​updateByPrimaryKeySelective(​order);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​//恢复所有下单商品的锁定库存，扣减真实库存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OmsOrderDetail orderDetail ​= ​portalOrderDao.​getDetail(​orderId);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int count ​= ​portalOrderDao.​updateSkuStock(​orderDetail.​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getOrderItemList(​));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count;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mall-portal/​src/​main/​java/​com/​macro/​mall/​portal/​service/​impl/​OmsPortalOrderServiceImpl.java:​260-264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E5-00：锁定现状的测试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订单 9，SKU 7。扣减打桩返回 3。可售已低于阈值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注入实现后第 63、64 行失败；第 59 行未失败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5054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assertEquals(​3,​ service.​paySuccess(​9L,​ 1));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verify(​dao).​updateSkuStock(​detail.​getOrderItemList(​));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verify(​skuStockMapper,​ never(​)).​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updateByPrimaryKeySelective(​any(​));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assertAll(​</a:t>
            </a:r>
          </a:p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 (​) ​-&gt; ​verify(​skuStockMapper,​ never(​)).​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selectByPrimaryKey(​any(​)),​</a:t>
            </a:r>
          </a:p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 (​) ​-&gt; ​assertTrue(​log.​list.​isEmpty(​)));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5838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出处：meng004/​mall@​ce706dee1dd909d2bf3d9760d538fc5f9a0cf461:​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mall-portal/​src/​test/​java/​com/​macro/​mall/​sdc/​e5/​SDCE500Test.java:​59-64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E5-00：对照结论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无红灯。只锁定现状，不实现预警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Issue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#44。同一需求是 E6-07 的 #26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改前、改后均 pass。未改产品代码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E6-07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实现对照：只改 OmsPortalOrderServiceImpl，增加 29 行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符合。EXPECT_BASE=pass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细节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各 1 项。失败 0，跳过 0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注入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第 63、64 行失败；第 59 行仍是 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六项里选一项。教师示例不作为个人选题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题目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E5-01 #21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分类删除限制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E5-02 #22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品牌列表的可选厂家筛选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E5-03 #41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收货地址邮政编码规则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E5-04 #23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只清除指定日期以前的浏览记录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E5-05 #24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收藏列表增加商品名筛选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E5-06 #25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首页人气推荐批次去重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需求、范围与不改边界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 E5-00 为例：可售低于该 SKU 阈值才告警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等于或空值不告警。只读，不改库存数字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不改接口、HTTP 返回、Mapper 和库存 SQL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换成你的选题，同样先写范围和边界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改动与不改动清单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投影用类名加行号。说明里写文件名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文件与行号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唯一拟改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OmsPortalOrderServiceImpl.java 第 165、263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服务接口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OmsPortalOrderService.java 第 26、32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控制器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OmsPortalOrderController.java 第 52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DAO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PortalOrderDao.java 第 22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XML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PortalOrderDao.xml 第 50 行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被排除的方案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写进扣减 SQL。可售不变，也不能记日志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定时扫表。现成任务是取消，注解被注释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改看商品表。没有锁定，订单也不写它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另做公开接口。调用方都要改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兼容性、数据与失败风险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顺序是先写库存，再读；先判空，再比较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读失败若冒出去，已成功的扣减会回滚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付款不改变可售，可能再记一条日志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不增列。返回值仍是扣减得到的行数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测试输入、期望结果与测试层次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订单 9，SKU 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返回 3；不读 SKU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Mock 单测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可售 4，阈值 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一条预警，返回仍 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计划，未写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扣减后查询失败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返回仍 3，记不可用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计划，未写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T8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库存与锁定同减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可售不变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要真实库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清单不写文件和行号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用搜索命中的文件数代替调用链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不写一条被你排除的做法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计划不写层次，或把全绿说成规则已成立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这次变更最可能出问题的地方在哪？你打算用什么方式验证？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先说触发顺序里靠前的那一处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再说输入、期望，以及哪一层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没跑过的，写成还没验证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抽 1 人讲影响面的确定过程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人讲影响面怎么定下来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从入口讲到服务，再到存储或调用方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指出一处改、一处不改，并给行号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示例只改订单实现类，接口可以不动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三栏是 30、30、40。命中文件的个数不能代替分析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需求、范围与不改边界10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入口→接口→服务→存储／调用方的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改动与不改动清单20（附 文件:行号与理由）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落点选择与被排除方案15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兼容性、数据与失败风险及其触发顺序15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沿源码、调用关系与受控测试或运行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核实关键影响判断20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把需求与风险逐条映射为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测试输入、期望结果与测试层次20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参考实现可以看，不能代替本人的计划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