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本节 15 分钟</a:t>
            </a:r>
          </a:p>
          <a:p>
            <a:r>
              <a:t>定义：这次实验先写规格和失败测试，再与 AI 协作实现，并留下审查记录和覆盖率。</a:t>
            </a:r>
          </a:p>
          <a:p>
            <a:r>
              <a:t>代价：开场用这次的细则去投上一份作业，票和作品会对不上。</a:t>
            </a:r>
          </a:p>
          <a:p>
            <a:r>
              <a:t>判定：先确认被演示的是实验 E2，用 E2 的细则投票，然后再答签到。</a:t>
            </a:r>
          </a:p>
          <a:p>
            <a:r>
              <a:t>权衡：三个班周次不同，口头交代时间。课上只强调这是第 6 次课。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定义：这一页用的是实验 E2 的细则。被演示的是上一份作品，不是这次要交的作业。</a:t>
            </a:r>
          </a:p>
          <a:p>
            <a:r>
              <a:t>代价：用这次实验的三栏去投 E2 的作品，两项作业的证据会对错位。</a:t>
            </a:r>
          </a:p>
          <a:p>
            <a:r>
              <a:t>判定：票要能对上设计问题与调用关系、相关视图，以及同一输入下的前后对照。</a:t>
            </a:r>
          </a:p>
          <a:p>
            <a:r>
              <a:t>权衡：E2 不要求完整迁移架构。这次实验的细则和边界在后面单独讲。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题目页</a:t>
            </a:r>
          </a:p>
          <a:p>
            <a:r>
              <a:t>答案：错误</a:t>
            </a:r>
          </a:p>
          <a:p>
            <a:r>
              <a:t>定义：测试只证明测到的断言。没写进测试的约束，全绿也说明不了可以放行。</a:t>
            </a:r>
          </a:p>
          <a:p>
            <a:r>
              <a:t>代价：看见全绿就合并，被盖掉的使用积分仍然进不了插入参数。</a:t>
            </a:r>
          </a:p>
          <a:p>
            <a:r>
              <a:t>判定：问这次通过的测试有没有锁住要守的那条准则。没有锁住，就不能放行。</a:t>
            </a:r>
          </a:p>
          <a:p>
            <a:r>
              <a:t>权衡：先完成实名演示再答这一题。选错这一题，这次到场就不计入。答案只留在备注。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本节 5 分钟</a:t>
            </a:r>
          </a:p>
          <a:p>
            <a:r>
              <a:t>定义：这五题是实验前的预习。这里只给正确答案、判定依据，以及容易混到的另一个概念。</a:t>
            </a:r>
          </a:p>
          <a:p>
            <a:r>
              <a:t>代价：把准则补在实现之后，失败测试会去迁就已经写好的代码。</a:t>
            </a:r>
          </a:p>
          <a:p>
            <a:r>
              <a:t>判定：第 1 题和第 5 题都要求先交出准则。第 2 题不能因为测试通过就合并。</a:t>
            </a:r>
          </a:p>
          <a:p>
            <a:r>
              <a:t>权衡：第 3 题选字段注入。第 4 题选体系结构决策，不选命名或格式。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时长见本节首页（本节 5 分钟）</a:t>
            </a:r>
          </a:p>
          <a:p>
            <a:r>
              <a:t>定义：目标是走完规格、失败测试、协作实现、人工审查和覆盖率这一圈。</a:t>
            </a:r>
          </a:p>
          <a:p>
            <a:r>
              <a:t>代价：把连不上数据库的报错当成红灯，修的就不是业务缺陷。</a:t>
            </a:r>
          </a:p>
          <a:p>
            <a:r>
              <a:t>判定：作品要能对上所选方法的规格、改前失败与改后通过，以及未覆盖的解释。</a:t>
            </a:r>
          </a:p>
          <a:p>
            <a:r>
              <a:t>权衡：环境报错不算红灯。覆盖率不替代缺陷断言。无分支时分支项记不适用。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本节 60 分钟</a:t>
            </a:r>
          </a:p>
          <a:p>
            <a:r>
              <a:t>定义：基线在第 183 行把本次使用的积分写进订单的 integration。没有使用时，第 180 行写成 0。</a:t>
            </a:r>
          </a:p>
          <a:p>
            <a:r>
              <a:t>代价：只看到这一段，会以为使用值能留到插入。后面同一字段还会再写一次。</a:t>
            </a:r>
          </a:p>
          <a:p>
            <a:r>
              <a:t>判定：问第 183 行写的是使用值还是赠送值，字段名是不是 integration。</a:t>
            </a:r>
          </a:p>
          <a:p>
            <a:r>
              <a:t>权衡：调用链是控制器的 generateOrder，再到这个方法，再到 orderMapper.insert。行号按基线核对。</a:t>
            </a:r>
          </a:p>
          <a:p>
            <a:r>
              <a:t>基线 6518df70cba7bd7ba7d7a96719d7decc77f5c917。Issue #10。控制器在 OmsPortalOrderController 第 41 到 44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 212 行用赠送积分再写 integration。第 183 行写入的使用值被盖掉。方法名是 calcGifIntegration。</a:t>
            </a:r>
          </a:p>
          <a:p>
            <a:r>
              <a:t>代价：只断言赠送积分时，这处覆盖仍然可以是绿的。绿灯不能证明使用值还在。</a:t>
            </a:r>
          </a:p>
          <a:p>
            <a:r>
              <a:t>判定：问插入前这个字段里最后一次写的是使用值还是赠送值。哪一行执行在后。</a:t>
            </a:r>
          </a:p>
          <a:p>
            <a:r>
              <a:t>权衡：第 214 行写的是 growth，不要和这里混成一次赋值。使用值另有字段，基线要到第 236 行才写。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定义：改后把使用值写入 useIntegration，并且写在 insert 之前。赠送值仍写 integration。</a:t>
            </a:r>
          </a:p>
          <a:p>
            <a:r>
              <a:t>代价：少了两行对 integration 的使用值写入。0 是否使用积分的判断没有一起改。</a:t>
            </a:r>
          </a:p>
          <a:p>
            <a:r>
              <a:t>判定：问使用值现在在哪个字段，这一行是在 insert 之前还是之后。</a:t>
            </a:r>
          </a:p>
          <a:p>
            <a:r>
              <a:t>权衡：只动这一个文件。覆盖率记录写明，相对基线只剩这一处新增语句。被盖掉的写入已经删掉。</a:t>
            </a:r>
          </a:p>
          <a:p>
            <a:r>
              <a:t>最终代码 a17829a931a0f345555ac049d98f509faa7ce1fc。基线第 236 行是插入之后的 setUseIntegration。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定义：对照结论是符合。改前失败、改后通过，因为这是先有一条失败的规格测试，再把行为改对。</a:t>
            </a:r>
          </a:p>
          <a:p>
            <a:r>
              <a:t>代价：把符合理解成已经在运行的门户上放行，会超过这组测试实际打到的范围。</a:t>
            </a:r>
          </a:p>
          <a:p>
            <a:r>
              <a:t>判定：示例材料的对照结论符合。作业是否得分，仍看本次细则里的本人证据。</a:t>
            </a:r>
          </a:p>
          <a:p>
            <a:r>
              <a:t>权衡：没走真实数据库，也没走 HTTP。赠送积分那条断言在基线上已经通过，红灯只来自 useIntegration。</a:t>
            </a:r>
          </a:p>
          <a:p>
            <a:r>
              <a:t>对照与覆盖率在 6d040ae97dc02db935cc7d2d5b0516bcc02808dd。分支当前头 f5b3258913e5b3ee31992bb5050c842a744ad8b2，这一提交不改订单代码，只让对照在管道出错或测试被跳过时失败。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定义：教师示例是 E3-00。替代题从这六项里选一项，检查实际改到的方法。</a:t>
            </a:r>
          </a:p>
          <a:p>
            <a:r>
              <a:t>代价：沿用教师示例的覆盖率报告，讲的就不是自己选的方法。</a:t>
            </a:r>
          </a:p>
          <a:p>
            <a:r>
              <a:t>判定：问所选编号的 Issue、要守的行为，以及实际修改的方法名。</a:t>
            </a:r>
          </a:p>
          <a:p>
            <a:r>
              <a:t>权衡：E3-05 空着，不补，旧编号也不复用。参考实现可以看，不能代替本人的选择和执行。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定义：第一步写规格。用户故事说要分别留下。验收准则写成插入时能观察到的值。</a:t>
            </a:r>
          </a:p>
          <a:p>
            <a:r>
              <a:t>代价：准则写在代码之后，就会把这次的错误一起写成期望。</a:t>
            </a:r>
          </a:p>
          <a:p>
            <a:r>
              <a:t>判定：问这条准则在实现还不存在时，能否判断一次插入参数是对是错。</a:t>
            </a:r>
          </a:p>
          <a:p>
            <a:r>
              <a:t>权衡：四类至少各一条：功能、设计、规范、验证。不可变约束和准则一起交出。设计上修复留在这个方法里。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定义：第二步先写失败测试，并确认改前失败来自业务断言。环境报错不算红灯。</a:t>
            </a:r>
          </a:p>
          <a:p>
            <a:r>
              <a:t>代价：把连不上库、依赖没起来当成红灯，后面修的就不是这条准则。</a:t>
            </a:r>
          </a:p>
          <a:p>
            <a:r>
              <a:t>判定：问期望是准则里原先写的 0 或 30，还是为了迁就这次输出才改的。实际值是 null。</a:t>
            </a:r>
          </a:p>
          <a:p>
            <a:r>
              <a:t>权衡：同一组还有 null，以及无地址、缺库存、券不可用三条不插入的路径。赠送值 12 在基线上已经成立。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定义：第三步把准则和约束一起交给 AI，再让它实现。它要回答改动、依据和测试。</a:t>
            </a:r>
          </a:p>
          <a:p>
            <a:r>
              <a:t>代价：只说“帮我修一下”，范围会飘到表结构、生成模型或别的实验。</a:t>
            </a:r>
          </a:p>
          <a:p>
            <a:r>
              <a:t>判定：问提示里有没有这条准则、有没有不可变约束、有没有要求列出行号。</a:t>
            </a:r>
          </a:p>
          <a:p>
            <a:r>
              <a:t>权衡：先写下自己的一句话判断，再看它的回答。对不上的行号要打开文件核对，不能直接信。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定义：第四步人工审查 diff。每一处都要记下采纳、部分采纳或驳回，并写出依据。审查完再运行全部测试。</a:t>
            </a:r>
          </a:p>
          <a:p>
            <a:r>
              <a:t>代价：整段接受，无关的重命名和格式化会跟着进提交，以后对不上这次的准则。</a:t>
            </a:r>
          </a:p>
          <a:p>
            <a:r>
              <a:t>判定：问这一处对上了哪条准则或哪条约束。对不上的，拆出去或者驳回。</a:t>
            </a:r>
          </a:p>
          <a:p>
            <a:r>
              <a:t>权衡：本示例没有留下原始对话，记录写明是迁移重建。第 143 行把 0 当成不用积分，这次不动。然后跑全部测试。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定义：第五步用 JaCoCo 0.8.13 测 generateOrder 的行覆盖和分支覆盖。两条都要不低于 80%，并解释没覆盖的部分。</a:t>
            </a:r>
          </a:p>
          <a:p>
            <a:r>
              <a:t>代价：只报一个百分比，不说明没走到的分支，这一项就没有解释。</a:t>
            </a:r>
          </a:p>
          <a:p>
            <a:r>
              <a:t>判定：问未覆盖的是不是这次缺陷本身。这里未覆盖的是用券和相邻的积分路径。</a:t>
            </a:r>
          </a:p>
          <a:p>
            <a:r>
              <a:t>权衡：按插件坐标调用，不改 pom。覆盖率不能代替缺陷断言。无分支的方法把分支项记为不适用，不写成 100%。</a:t>
            </a:r>
          </a:p>
          <a:p>
            <a:r>
              <a:t>命令在覆盖率文件第 3 行是一整行，这里只按行尾反斜杠续行，参数不增不减。统计从第 95 行到第 247 行的 return。测试提交 604b116a36fe4bacee976e3d4743694cd58fb9d4，修复仍是 a17829a931a0f345555ac049d98f509faa7ce1fc。第 98、125、137 行的失败语句会执行，异常在探针前抛出，所以记成未覆盖。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定义：第六步提交协作过程证据包：使用披露、对话摘要、diff 审查记录，以及对照和覆盖率。</a:t>
            </a:r>
          </a:p>
          <a:p>
            <a:r>
              <a:t>代价：对话没保存却写成有摘要，审查记录就不可审计。</a:t>
            </a:r>
          </a:p>
          <a:p>
            <a:r>
              <a:t>判定：问记录里能不能找到每一处采纳或驳回，以及测试是实际跑过的还是“应该能过”。</a:t>
            </a:r>
          </a:p>
          <a:p>
            <a:r>
              <a:t>权衡：完全没用 AI 时，提交说明写 AI-Assisted: none。讲到 AI 产出时，要说明自己核对了什么。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定义：这些是本次细则里对不上的证据，以及教师示例验收里出现过的问题类型。</a:t>
            </a:r>
          </a:p>
          <a:p>
            <a:r>
              <a:t>代价：缺了改前的业务失败、未覆盖的解释，或审查取舍，对应的那一档就没有证据。</a:t>
            </a:r>
          </a:p>
          <a:p>
            <a:r>
              <a:t>判定：验证过要看到同一组测试改前失败、改后通过，还要看到边界和相邻行为。</a:t>
            </a:r>
          </a:p>
          <a:p>
            <a:r>
              <a:t>权衡：允许写“这里还没验证”。不允许把环境报错写成红灯，也不允许把未覆盖写成已经覆盖。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本节 10 分钟</a:t>
            </a:r>
          </a:p>
          <a:p>
            <a:r>
              <a:t>定义：超出任务范围，包括顺手重命名和格式化大量无关代码。处理是拆出去，或者驳回。</a:t>
            </a:r>
          </a:p>
          <a:p>
            <a:r>
              <a:t>代价：整段留下之后，diff 里分不清哪一处是在修这条准则。</a:t>
            </a:r>
          </a:p>
          <a:p>
            <a:r>
              <a:t>判定：先圈出和准则无关的行，再决定拆出还是驳回。要写出依据。</a:t>
            </a:r>
          </a:p>
          <a:p>
            <a:r>
              <a:t>权衡：新增依赖或新增配置又没有理由的，先标成待验证，说明理由后再决定。</a:t>
            </a:r>
          </a:p>
          <a:p>
            <a:r>
              <a:t>参考要点：拆出无关部分；或者驳回该部分。</a:t>
            </a:r>
          </a:p>
          <a:p>
            <a:r>
              <a:t>依据：协作规范里，超出任务范围的修改要拆出或驳回。教案第 6 次课的讨论题。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定义：小结抽一个人，指出 AI 生成代码里被自己改掉的一处，并说明依据。</a:t>
            </a:r>
          </a:p>
          <a:p>
            <a:r>
              <a:t>代价：只说“我改过了”，不说行号和依据，有依据这一档对不上。</a:t>
            </a:r>
          </a:p>
          <a:p>
            <a:r>
              <a:t>判定：听的人要能复述：改了哪一行，为什么不能按 AI 的原样留下。</a:t>
            </a:r>
          </a:p>
          <a:p>
            <a:r>
              <a:t>权衡：教师示例可以当作讲法。讲的必须是自己选的那一处，不能把示例的行号当成自己的。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定义：三栏是 30、30、40。讲清楚两项，有依据两项，验证过三项，都要有自己的证据。</a:t>
            </a:r>
          </a:p>
          <a:p>
            <a:r>
              <a:t>代价：缺了改前失败、边界回归或未覆盖的解释，验证过这一栏就少对应的那一项。</a:t>
            </a:r>
          </a:p>
          <a:p>
            <a:r>
              <a:t>判定：讲清楚看输入、期望、修改位置和数据流。有依据看不变量和采纳或驳回。</a:t>
            </a:r>
          </a:p>
          <a:p>
            <a:r>
              <a:t>权衡：示例材料对照符合，只说明那一份参考实现的记录齐。你的作业分看你自己的证据。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定义：提交是一页说明加不超过 2 分钟的本人录屏，然后再做 3 份同次作业的互评。</a:t>
            </a:r>
          </a:p>
          <a:p>
            <a:r>
              <a:t>代价：超时未交，或互评不足 3 份，过程记录就不完整。</a:t>
            </a:r>
          </a:p>
          <a:p>
            <a:r>
              <a:t>判定：说明按五问组织。录屏里要能看到失败测试、审查取舍和覆盖率结果。</a:t>
            </a:r>
          </a:p>
          <a:p>
            <a:r>
              <a:t>权衡：参考实现可以看，不能代替本人的选择、执行和证据。互评看的是同一次作业。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6 次课｜规格先行与 AI 结对编程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3—5 人按评价标准实名演示，全班按同一细则投票。实验 E2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真实设计问题或变化场景及源码调用关系15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相关4+1视图说明职责、依赖与运行边界15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用SOLID、整洁代码或信息隐藏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解释具体风险或变更成本15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比较两种最小方案的可测试性、可替换性与代价15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对一个关键接缝完成局部改动或可运行对照20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同一输入下的行为保持或问题改善，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以及依赖、修改点或测试成本的对比20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测试全部通过，就可以判定 AI 生成的代码可以放行。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3014472"/>
            <a:ext cx="7918704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请判断正误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4456176"/>
            <a:ext cx="7516367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请看完演示再投票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预习题回顾与易混点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1 写在与 AI 协作生成之前。易混：实现完成后再写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437790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 通过现有测试就可以直接合并：错误。易混：测过就能合并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 字段注入最让特征测试难写。易混：构造函数注入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4 事务放在哪一层，是体系结构决策。易混：命名决策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5 交给 AI 之前先交出准则与不可变约束：正确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选一项。教师示例是 E3-00，其余在候选页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规格、失败测试、协作实现、审查、覆盖率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环境报错不算红灯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覆盖率不替代缺陷断言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无分支方法记“不适用”，不伪造100%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E3-00：第 183 行写入使用值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183 行写入本次使用的积分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meng004/mall#10。入口 POST /generateOrder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35915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 (​orderParam.​getUseIntegration(​) ​== ​null)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order.​setIntegration(​0);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order.​setIntegrationAmount(​new BigDecimal(​0));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 else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order.​setIntegration(​orderParam.​getUseIntegration(​));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order.​setIntegrationAmount(​calcIntegrationAmount(​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orderItemList));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21208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出处：meng004/​mall@​6518df70cba7bd7ba7d7a96719d7decc77f5c917:​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mall-portal/​src/​main/​java/​com/​macro/​mall/​portal/​service/​impl/​OmsPortalOrderServiceImpl.java:​179-185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第 212 行被赠送值覆盖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212 行用赠送积分再写同一字段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214 行成长值写的是另一个字段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0848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​//0-&gt;未确认；1-&gt;已确认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order.​setConfirmStatus(​0);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order.​setDeleteStatus(​0);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​//计算赠送积分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order.​setIntegration(​calcGifIntegration(​orderItemList));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​//计算赠送成长值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order.​setGrowth(​calcGiftGrowth(​orderItemList));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93776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出处：meng004/​mall@​6518df70cba7bd7ba7d7a96719d7decc77f5c917:​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mall-portal/​src/​main/​java/​com/​macro/​mall/​portal/​service/​impl/​OmsPortalOrderServiceImpl.java:​208-214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使用值改记在插入之前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基线第 236 行才写，已经过了 insert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改后新增的是第 182 行这一处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0848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 (​orderParam.​getUseIntegration(​) ​== ​null)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order.​setIntegrationAmount(​new BigDecimal(​0));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 else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order.​setUseIntegration(​orderParam.​getUseIntegration(​));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order.​setIntegrationAmount(​calcIntegrationAmount(​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orderItemList));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93776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出处：meng004/​mall@​a17829a931a0f345555ac049d98f509faa7ce1fc:​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mall-portal/​src/​main/​java/​com/​macro/​mall/​portal/​service/​impl/​OmsPortalOrderServiceImpl.java:​179-184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对照结论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#10。改前 fail，改后 pass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红灯是业务断言，跳过是 0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834640"/>
          <a:ext cx="813816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记录</a:t>
                      </a:r>
                    </a:p>
                  </a:txBody>
                  <a:tcPr anchor="ctr"/>
                </a:tc>
              </a:tr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改前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fail，预期 fail。4 个测试，失败 2</a:t>
                      </a:r>
                    </a:p>
                  </a:txBody>
                  <a:tcPr anchor="ctr"/>
                </a:tc>
              </a:tr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改后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pass，预期 pass。失败 0，错误 0</a:t>
                      </a:r>
                    </a:p>
                  </a:txBody>
                  <a:tcPr anchor="ctr"/>
                </a:tc>
              </a:tr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符合。EXPECT_BASE=fail</a:t>
                      </a:r>
                    </a:p>
                  </a:txBody>
                  <a:tcPr anchor="ctr"/>
                </a:tc>
              </a:tr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断言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期望 0 或 30，实际是 null</a:t>
                      </a:r>
                    </a:p>
                  </a:txBody>
                  <a:tcPr anchor="ctr"/>
                </a:tc>
              </a:tr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提交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测试 604b116a 先于修复 a17829a9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候选靶点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六项里选一项。没有 E3-05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题目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E3-01 #2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优惠券门槛按数值比较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E3-02 #11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购物车合并的修改时间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E3-03 #3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批量删除属性按各自分类扣减计数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E3-04 #4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修改属性时同步迁移分类计数并保证原子性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E3-06 #12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商品属性分类 ID 的参数校验</a:t>
                      </a:r>
                    </a:p>
                  </a:txBody>
                  <a:tcPr anchor="ctr"/>
                </a:tc>
              </a:tr>
              <a:tr h="51729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E3-07 #13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无效地址更新清空已有默认地址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步骤① 用户故事、需求验收准则、不可变约束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用户故事：使用积分与赠送积分分别留下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437790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功能：30 与 12 分开；0 记 0；null 仍是 null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无地址、缺库存、券不可用时不插入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不改生成模型、表结构、服务签名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扣减积分与延迟取消保持；不含 warnSku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步骤② 先写失败测试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失败栈在第 81 行，断言在第 72 行。期望是使用积分，实际读到空值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277977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when(​orders.​insert(​any(​))).​thenAnswer(​call ​-&gt; ​{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OmsOrder inserted ​= ​call.​getArgument(​0);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assertEquals(​use,​ inserted.​getUseIntegration(​),​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"consumed points at insert boundary");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assertEquals(​12,​ inserted.​getIntegration(​),​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"gift points at insert boundary");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inserted.​setId(​9L);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return 1;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});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065776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出处：meng004/​mall@​a17829a931a0f345555ac049d98f509faa7ce1fc:​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mall-portal/​src/​test/​java/​com/​macro/​mall/​sdc/​e3/​SDCE300Test.java:​70-76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步骤③ 交出准则再交给 AI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生成之前交出准则和不可变约束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让它列出改了哪些文件和行号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让它写出依据，以及要跑哪些测试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没有准则的产出，后面无法验收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步骤④ 人工审查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逐处记下采纳、部分采纳或驳回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采纳：插入前写入 useIntegration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采纳：删掉被覆盖的 setIntegration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不改第 143 行的 0，不改表，不带 warnSku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审查后运行全部测试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步骤⑤ 行、分支覆盖率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行 95/104，91.3%；分支 31/38，81.6%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未覆盖：用券、积分不可用、订单设置为空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在 WSL/bash 执行；行尾 \ 把命令续成一条</a:t>
            </a:r>
          </a:p>
        </p:txBody>
      </p:sp>
      <p:sp>
        <p:nvSpPr>
          <p:cNvPr id="4" name="code-cmd"/>
          <p:cNvSpPr txBox="1"/>
          <p:nvPr/>
        </p:nvSpPr>
        <p:spPr>
          <a:xfrm>
            <a:off x="502920" y="37124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mvn -B -pl mall-portal -am -DskipTests=false -Dtest=SDCE300Test \</a:t>
            </a:r>
          </a:p>
        </p:txBody>
      </p:sp>
      <p:sp>
        <p:nvSpPr>
          <p:cNvPr id="5" name="code-cmd"/>
          <p:cNvSpPr txBox="1"/>
          <p:nvPr/>
        </p:nvSpPr>
        <p:spPr>
          <a:xfrm>
            <a:off x="502920" y="41696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-Dsurefire.failIfNoSpecifiedTests=false \</a:t>
            </a:r>
          </a:p>
        </p:txBody>
      </p:sp>
      <p:sp>
        <p:nvSpPr>
          <p:cNvPr id="6" name="code-cmd"/>
          <p:cNvSpPr txBox="1"/>
          <p:nvPr/>
        </p:nvSpPr>
        <p:spPr>
          <a:xfrm>
            <a:off x="502920" y="46268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org.jacoco:jacoco-maven-plugin:0.8.13:prepare-agent test \</a:t>
            </a:r>
          </a:p>
        </p:txBody>
      </p:sp>
      <p:sp>
        <p:nvSpPr>
          <p:cNvPr id="7" name="code-cmd"/>
          <p:cNvSpPr txBox="1"/>
          <p:nvPr/>
        </p:nvSpPr>
        <p:spPr>
          <a:xfrm>
            <a:off x="502920" y="50840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org.jacoco:jacoco-maven-plugin:0.8.13:report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步骤⑥ 证据包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AI 使用披露：范围、工具，提交说明写 AI-Assisted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对话摘要：关键提示，以及一次失败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diff 审查记录：逐处采纳、部分采纳或驳回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167835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对照与覆盖率：compare.txt、coverage.txt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无原始对话时，如实写明迁移重建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改前的红灯来自连不上库，不是业务断言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测试写在修改之后，改前已经是绿的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只报覆盖率，不解释没走到的分支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无关的重命名或格式化也留在 diff 里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AI顺手把不相干的代码也改了，这种情况怎么处理？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拆出无关的部分，或者驳回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判据是有没有超出这次的任务范围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能编译、测试仍绿，都不是留下的理由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抽 1 人讲被改掉的一处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抽 1 人讲一处自己改过的 AI 代码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要说出文件和行号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依据是准则、约束或编码原则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示例改的是插入前的 useIntegration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输入、期望、缺陷复现与实际修改位置15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调用与持久化数据流和不可变约束15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规格对应的业务不变量或编码原则15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AI建议的采纳／驳回、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人工核对与最小修复取舍15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同组规格测试改前失败、改后通过20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边界及相邻行为回归10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目标方法行、分支覆盖率均不低于80%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并解释未覆盖内容10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一页说明（按五问组织）＋不超过2分钟本人录屏，课后48小时内上传，再于48小时内完成3份互评。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录屏由本人讲解，并展示本实验相应的证据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说明里写本人的选择、执行和证据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替代题检查自己改的方法，不沿用教师示例的报告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